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purl.oclc.org/ooxml/officeDocument/relationships/extendedProperties" Target="docProps/app.xml"/><Relationship Id="rId2" Type="http://schemas.openxmlformats.org/package/2006/relationships/metadata/core-properties" Target="docProps/core.xml"/><Relationship Id="rId1" Type="http://purl.oclc.org/ooxml/officeDocument/relationships/officeDocument" Target="ppt/presentation.xml"/><Relationship Id="rId4" Type="http://purl.oclc.org/ooxml/officeDocument/relationships/customProperties" Target="docProps/custom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92" r:id="rId2"/>
    <p:sldId id="299" r:id="rId3"/>
    <p:sldId id="297" r:id="rId4"/>
    <p:sldId id="301" r:id="rId5"/>
    <p:sldId id="279" r:id="rId6"/>
    <p:sldId id="261" r:id="rId7"/>
    <p:sldId id="300" r:id="rId8"/>
    <p:sldId id="269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3903"/>
    <a:srgbClr val="4B742F"/>
    <a:srgbClr val="0000CD"/>
    <a:srgbClr val="C9DAF7"/>
    <a:srgbClr val="E7E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21E4AEA4-8DFA-4A89-87EB-49C32662AFE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CECE8"/>
          </a:solidFill>
        </a:fill>
      </a:tcStyle>
    </a:wholeTbl>
    <a:band1H>
      <a:tcStyle>
        <a:tcBdr/>
        <a:fill>
          <a:solidFill>
            <a:srgbClr val="F8D7C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8D7CD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D7D31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D7D31"/>
          </a:solidFill>
        </a:fill>
      </a:tcStyle>
    </a:firstRow>
  </a:tblStyle>
  <a:tblStyle styleId="{9DCAF9ED-07DC-4A11-8D7F-57B35C2568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CECE8"/>
          </a:solidFill>
        </a:fill>
      </a:tcStyle>
    </a:band1H>
    <a:band1V>
      <a:tcStyle>
        <a:tcBdr/>
        <a:fill>
          <a:solidFill>
            <a:srgbClr val="FCECE8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  <a:tblStyle styleId="{8A107856-5554-42FB-B03E-39F5DBC370B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CECE8"/>
          </a:solidFill>
        </a:fill>
      </a:tcStyle>
    </a:wholeTbl>
    <a:band1H>
      <a:tcStyle>
        <a:tcBdr/>
        <a:fill>
          <a:solidFill>
            <a:srgbClr val="F8D7CD"/>
          </a:solidFill>
        </a:fill>
      </a:tcStyle>
    </a:band1H>
    <a:band1V>
      <a:tcStyle>
        <a:tcBdr/>
        <a:fill>
          <a:solidFill>
            <a:srgbClr val="F8D7C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CECE8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FCECE8"/>
          </a:solidFill>
        </a:fill>
      </a:tcStyle>
    </a:firstRow>
  </a:tblStyle>
  <a:tblStyle styleId="{85BE263C-DBD7-4A20-BB59-AAB30ACAA65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D7D31"/>
          </a:solidFill>
        </a:fill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6E25E649-3F16-4E02-A733-19D2CDBF48F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5.62%"/>
    <p:restoredTop sz="94.66%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presProps" Target="presProp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handoutMaster" Target="handoutMasters/handoutMaster1.xml"/><Relationship Id="rId2" Type="http://purl.oclc.org/ooxml/officeDocument/relationships/slide" Target="slides/slide1.xml"/><Relationship Id="rId16" Type="http://purl.oclc.org/ooxml/officeDocument/relationships/tableStyles" Target="tableStyles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notesMaster" Target="notesMasters/notesMaster1.xml"/><Relationship Id="rId5" Type="http://purl.oclc.org/ooxml/officeDocument/relationships/slide" Target="slides/slide4.xml"/><Relationship Id="rId15" Type="http://purl.oclc.org/ooxml/officeDocument/relationships/theme" Target="theme/theme1.xml"/><Relationship Id="rId10" Type="http://purl.oclc.org/ooxml/officeDocument/relationships/slide" Target="slides/slide9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purl.oclc.org/ooxml/officeDocument/relationships/theme" Target="../theme/theme3.xml"/></Relationships>
</file>

<file path=ppt/handoutMasters/handoutMaster1.xml><?xml version="1.0" encoding="utf-8"?>
<p:handoutMaster xmlns:a="http://purl.oclc.org/ooxml/drawingml/main" xmlns:r="http://purl.oclc.org/ooxml/officeDocument/relationships" xmlns:p="http://purl.oclc.org/ooxml/presentationml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D082EB-A8B7-2982-F313-7D63ED140B9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713CA-AFD5-3553-4CD7-5A8F2959231F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fld id="{A23B3D7A-6A47-4E1C-B04C-5F19CDFCA8FC}" type="datetime1">
              <a:rPr lang="en-US" sz="1200" b="0" i="0" u="none" strike="noStrike" kern="1200" cap="none" spc="0" baseline="0%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t>5/28/2026</a:t>
            </a:fld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5004B-943B-C2EE-60E7-6D153F3F44CF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4454AE-536E-8355-B3A1-1E0AED7E4C17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fld id="{697C5704-625B-43B6-8596-31305613A57D}" type="slidenum">
              <a:t>‹N›</a:t>
            </a:fld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440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7">
            <a:extLst>
              <a:ext uri="{FF2B5EF4-FFF2-40B4-BE49-F238E27FC236}">
                <a16:creationId xmlns:a16="http://schemas.microsoft.com/office/drawing/2014/main" id="{8968F834-251A-8C98-7B0F-BCF1C6A22DB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%">
                <a:solidFill>
                  <a:srgbClr val="000000"/>
                </a:solidFill>
                <a:uFillTx/>
                <a:latin typeface="等线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Image Placeholder 8">
            <a:extLst>
              <a:ext uri="{FF2B5EF4-FFF2-40B4-BE49-F238E27FC236}">
                <a16:creationId xmlns:a16="http://schemas.microsoft.com/office/drawing/2014/main" id="{644D2323-3120-86E2-3DFA-1B11FB3576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42026650-B6A3-2AE0-4DF9-79C92B36E4F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%">
                <a:solidFill>
                  <a:srgbClr val="000000"/>
                </a:solidFill>
                <a:uFillTx/>
                <a:latin typeface="等线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DF5D227B-FBFD-7E3D-E1D0-0F23F755A6F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%">
                <a:solidFill>
                  <a:srgbClr val="000000"/>
                </a:solidFill>
                <a:uFillTx/>
                <a:latin typeface="等线"/>
              </a:defRPr>
            </a:lvl1pPr>
          </a:lstStyle>
          <a:p>
            <a:pPr lvl="0"/>
            <a:fld id="{AF6307F0-7612-4501-8590-AD9521399F0F}" type="datetime1">
              <a:rPr lang="en-US"/>
              <a:pPr lvl="0"/>
              <a:t>5/28/2026</a:t>
            </a:fld>
            <a:endParaRPr lang="en-US"/>
          </a:p>
        </p:txBody>
      </p:sp>
      <p:sp>
        <p:nvSpPr>
          <p:cNvPr id="6" name="Notes Placeholder 11">
            <a:extLst>
              <a:ext uri="{FF2B5EF4-FFF2-40B4-BE49-F238E27FC236}">
                <a16:creationId xmlns:a16="http://schemas.microsoft.com/office/drawing/2014/main" id="{7733809B-30F2-9BFD-0824-DB1B72A8B2C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DF349BB-D026-29D0-3FC5-025E2B3538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%">
                <a:solidFill>
                  <a:srgbClr val="000000"/>
                </a:solidFill>
                <a:uFillTx/>
                <a:latin typeface="等线"/>
              </a:defRPr>
            </a:lvl1pPr>
          </a:lstStyle>
          <a:p>
            <a:pPr lvl="0"/>
            <a:fld id="{93B71E2B-7CDF-4E2A-AEFF-A93CD1BD2942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14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%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%">
        <a:solidFill>
          <a:srgbClr val="000000"/>
        </a:solidFill>
        <a:uFillTx/>
        <a:latin typeface="等线"/>
      </a:defRPr>
    </a:lvl1pPr>
    <a:lvl2pPr marL="457200" marR="0" lvl="1" indent="0" algn="l" defTabSz="914400" rtl="0" fontAlgn="auto" hangingPunct="1">
      <a:lnSpc>
        <a:spcPct val="100%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%">
        <a:solidFill>
          <a:srgbClr val="000000"/>
        </a:solidFill>
        <a:uFillTx/>
        <a:latin typeface="等线"/>
      </a:defRPr>
    </a:lvl2pPr>
    <a:lvl3pPr marL="914400" marR="0" lvl="2" indent="0" algn="l" defTabSz="914400" rtl="0" fontAlgn="auto" hangingPunct="1">
      <a:lnSpc>
        <a:spcPct val="100%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%">
        <a:solidFill>
          <a:srgbClr val="000000"/>
        </a:solidFill>
        <a:uFillTx/>
        <a:latin typeface="等线"/>
      </a:defRPr>
    </a:lvl3pPr>
    <a:lvl4pPr marL="1371600" marR="0" lvl="3" indent="0" algn="l" defTabSz="914400" rtl="0" fontAlgn="auto" hangingPunct="1">
      <a:lnSpc>
        <a:spcPct val="100%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%">
        <a:solidFill>
          <a:srgbClr val="000000"/>
        </a:solidFill>
        <a:uFillTx/>
        <a:latin typeface="等线"/>
      </a:defRPr>
    </a:lvl4pPr>
    <a:lvl5pPr marL="1828800" marR="0" lvl="4" indent="0" algn="l" defTabSz="914400" rtl="0" fontAlgn="auto" hangingPunct="1">
      <a:lnSpc>
        <a:spcPct val="100%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%">
        <a:solidFill>
          <a:srgbClr val="000000"/>
        </a:solidFill>
        <a:uFillTx/>
        <a:latin typeface="等线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5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9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0C363-6276-7076-B78C-9A995C3B4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18814-95F8-43D0-D537-846F6D5718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B4444-4954-9B26-D3BD-DAA24ECB382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fld id="{038655D2-E69E-4B99-81BC-87D8F102AD15}" type="slidenum">
              <a:t>1</a:t>
            </a:fld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等线"/>
              <a:ea typeface="等线" pitchFamily="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1C2B7-59EB-ACD9-5B1E-68B814391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5AC9A-8E5C-7C23-CD63-858156B397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61A76-F15E-25BA-FD03-EC9DA937771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fld id="{CCD5B2A4-8FE1-418A-A842-3F7C736A181A}" type="slidenum">
              <a:t>5</a:t>
            </a:fld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等线"/>
              <a:ea typeface="等线" pitchFamily="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395C0-D5D7-67CC-F0F2-EF8652614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0ED3C-5E26-77B2-9527-697E540507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07212-62AD-5FDD-EBDF-D3AAD0B3BB8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fld id="{19A15089-7CC4-4A0F-B2C3-22263AC6D697}" type="slidenum">
              <a:t>9</a:t>
            </a:fld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等线"/>
              <a:ea typeface="等线" pitchFamily="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preserve="1">
  <p:cSld name="Title Slide with Image">
    <p:bg>
      <p:bgPr>
        <a:solidFill>
          <a:srgbClr val="0F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33">
            <a:extLst>
              <a:ext uri="{FF2B5EF4-FFF2-40B4-BE49-F238E27FC236}">
                <a16:creationId xmlns:a16="http://schemas.microsoft.com/office/drawing/2014/main" id="{037AD33B-D871-4FB5-50FA-CA120E423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97685" y="1064462"/>
            <a:ext cx="1570619" cy="17968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Shape 31">
            <a:extLst>
              <a:ext uri="{FF2B5EF4-FFF2-40B4-BE49-F238E27FC236}">
                <a16:creationId xmlns:a16="http://schemas.microsoft.com/office/drawing/2014/main" id="{A82DDA64-FD1F-398A-AF0A-C8F3F972F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.554%" b="2.554%"/>
          <a:stretch>
            <a:fillRect/>
          </a:stretch>
        </p:blipFill>
        <p:spPr>
          <a:xfrm>
            <a:off x="6284314" y="3984452"/>
            <a:ext cx="1570619" cy="17968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DF9DAE79-DE30-413F-20EA-93FDDD9CD8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289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663BB193-31F7-A84B-2BE8-598C45ABD8A9}"/>
              </a:ext>
            </a:extLst>
          </p:cNvPr>
          <p:cNvCxnSpPr/>
          <p:nvPr/>
        </p:nvCxnSpPr>
        <p:spPr>
          <a:xfrm>
            <a:off x="1168530" y="4172087"/>
            <a:ext cx="0" cy="760287"/>
          </a:xfrm>
          <a:prstGeom prst="straightConnector1">
            <a:avLst/>
          </a:prstGeom>
          <a:noFill/>
          <a:ln w="19046" cap="flat">
            <a:solidFill>
              <a:srgbClr val="D84400"/>
            </a:solidFill>
            <a:prstDash val="solid"/>
            <a:miter/>
          </a:ln>
        </p:spPr>
      </p:cxnSp>
      <p:sp>
        <p:nvSpPr>
          <p:cNvPr id="6" name="Content placeholder 47" descr="Click icon to add picture">
            <a:extLst>
              <a:ext uri="{FF2B5EF4-FFF2-40B4-BE49-F238E27FC236}">
                <a16:creationId xmlns:a16="http://schemas.microsoft.com/office/drawing/2014/main" id="{0731CE4E-C7F8-AB90-84FC-106F6EA11F6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60893" y="4172087"/>
            <a:ext cx="4912595" cy="914400"/>
          </a:xfrm>
        </p:spPr>
        <p:txBody>
          <a:bodyPr/>
          <a:lstStyle>
            <a:lvl1pPr marL="0" indent="0">
              <a:lnSpc>
                <a:spcPct val="100%"/>
              </a:lnSpc>
              <a:buNone/>
              <a:defRPr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AA7E53E9-72B1-FDD5-24B8-097976CE1F4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742557" y="821835"/>
            <a:ext cx="4405506" cy="5066342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US"/>
            </a:lvl1pPr>
          </a:lstStyle>
          <a:p>
            <a:pPr lvl="0"/>
            <a:r>
              <a:rPr lang="en-US"/>
              <a:t>Click icon to add picture≈≈</a:t>
            </a:r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98C2ABDE-8B2B-3D0F-5CF8-9EAB82F09D24}"/>
              </a:ext>
            </a:extLst>
          </p:cNvPr>
          <p:cNvSpPr/>
          <p:nvPr/>
        </p:nvSpPr>
        <p:spPr>
          <a:xfrm>
            <a:off x="7441323" y="5568778"/>
            <a:ext cx="829927" cy="94945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98682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94698"/>
              <a:gd name="f14" fmla="val 2946400"/>
              <a:gd name="f15" fmla="val 3789083"/>
              <a:gd name="f16" fmla="val 2193365"/>
              <a:gd name="f17" fmla="val 3783106"/>
              <a:gd name="f18" fmla="val 1267012"/>
              <a:gd name="f19" fmla="+- 0 0 -90"/>
              <a:gd name="f20" fmla="*/ f3 1 4398682"/>
              <a:gd name="f21" fmla="*/ f4 1 5032188"/>
              <a:gd name="f22" fmla="+- f7 0 f5"/>
              <a:gd name="f23" fmla="+- f6 0 f5"/>
              <a:gd name="f24" fmla="*/ f19 f0 1"/>
              <a:gd name="f25" fmla="*/ f23 1 4398682"/>
              <a:gd name="f26" fmla="*/ f22 1 5032188"/>
              <a:gd name="f27" fmla="*/ 2187388 f23 1"/>
              <a:gd name="f28" fmla="*/ 0 f22 1"/>
              <a:gd name="f29" fmla="*/ 4386729 f23 1"/>
              <a:gd name="f30" fmla="*/ 1261035 f22 1"/>
              <a:gd name="f31" fmla="*/ 4398682 f23 1"/>
              <a:gd name="f32" fmla="*/ 3789083 f22 1"/>
              <a:gd name="f33" fmla="*/ 2193365 f23 1"/>
              <a:gd name="f34" fmla="*/ 5032188 f22 1"/>
              <a:gd name="f35" fmla="*/ 0 f23 1"/>
              <a:gd name="f36" fmla="*/ 3783106 f22 1"/>
              <a:gd name="f37" fmla="*/ 1267012 f22 1"/>
              <a:gd name="f38" fmla="*/ f24 1 f2"/>
              <a:gd name="f39" fmla="*/ f27 1 4398682"/>
              <a:gd name="f40" fmla="*/ f28 1 5032188"/>
              <a:gd name="f41" fmla="*/ f29 1 4398682"/>
              <a:gd name="f42" fmla="*/ f30 1 5032188"/>
              <a:gd name="f43" fmla="*/ f31 1 4398682"/>
              <a:gd name="f44" fmla="*/ f32 1 5032188"/>
              <a:gd name="f45" fmla="*/ f33 1 4398682"/>
              <a:gd name="f46" fmla="*/ f34 1 5032188"/>
              <a:gd name="f47" fmla="*/ f35 1 4398682"/>
              <a:gd name="f48" fmla="*/ f36 1 5032188"/>
              <a:gd name="f49" fmla="*/ f37 1 5032188"/>
              <a:gd name="f50" fmla="*/ f5 1 f25"/>
              <a:gd name="f51" fmla="*/ f6 1 f25"/>
              <a:gd name="f52" fmla="*/ f5 1 f26"/>
              <a:gd name="f53" fmla="*/ f7 1 f26"/>
              <a:gd name="f54" fmla="+- f38 0 f1"/>
              <a:gd name="f55" fmla="*/ f39 1 f25"/>
              <a:gd name="f56" fmla="*/ f40 1 f26"/>
              <a:gd name="f57" fmla="*/ f41 1 f25"/>
              <a:gd name="f58" fmla="*/ f42 1 f26"/>
              <a:gd name="f59" fmla="*/ f43 1 f25"/>
              <a:gd name="f60" fmla="*/ f44 1 f26"/>
              <a:gd name="f61" fmla="*/ f45 1 f25"/>
              <a:gd name="f62" fmla="*/ f46 1 f26"/>
              <a:gd name="f63" fmla="*/ f47 1 f25"/>
              <a:gd name="f64" fmla="*/ f48 1 f26"/>
              <a:gd name="f65" fmla="*/ f49 1 f26"/>
              <a:gd name="f66" fmla="*/ f50 f20 1"/>
              <a:gd name="f67" fmla="*/ f51 f20 1"/>
              <a:gd name="f68" fmla="*/ f53 f21 1"/>
              <a:gd name="f69" fmla="*/ f52 f21 1"/>
              <a:gd name="f70" fmla="*/ f55 f20 1"/>
              <a:gd name="f71" fmla="*/ f56 f21 1"/>
              <a:gd name="f72" fmla="*/ f57 f20 1"/>
              <a:gd name="f73" fmla="*/ f58 f21 1"/>
              <a:gd name="f74" fmla="*/ f59 f20 1"/>
              <a:gd name="f75" fmla="*/ f60 f21 1"/>
              <a:gd name="f76" fmla="*/ f61 f20 1"/>
              <a:gd name="f77" fmla="*/ f62 f21 1"/>
              <a:gd name="f78" fmla="*/ f63 f20 1"/>
              <a:gd name="f79" fmla="*/ f64 f21 1"/>
              <a:gd name="f80" fmla="*/ f65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4">
                <a:pos x="f70" y="f71"/>
              </a:cxn>
              <a:cxn ang="f54">
                <a:pos x="f72" y="f73"/>
              </a:cxn>
              <a:cxn ang="f54">
                <a:pos x="f74" y="f75"/>
              </a:cxn>
              <a:cxn ang="f54">
                <a:pos x="f76" y="f77"/>
              </a:cxn>
              <a:cxn ang="f54">
                <a:pos x="f78" y="f79"/>
              </a:cxn>
              <a:cxn ang="f54">
                <a:pos x="f78" y="f80"/>
              </a:cxn>
              <a:cxn ang="f54">
                <a:pos x="f70" y="f71"/>
              </a:cxn>
            </a:cxnLst>
            <a:rect l="f66" t="f69" r="f67" b="f68"/>
            <a:pathLst>
              <a:path w="4398682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6" y="f15"/>
                </a:cubicBezTo>
                <a:lnTo>
                  <a:pt x="f16" y="f7"/>
                </a:lnTo>
                <a:lnTo>
                  <a:pt x="f5" y="f17"/>
                </a:lnTo>
                <a:lnTo>
                  <a:pt x="f5" y="f18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0" cap="none" spc="0" baseline="0%">
              <a:solidFill>
                <a:srgbClr val="FFFFFF"/>
              </a:solidFill>
              <a:uFillTx/>
              <a:latin typeface="Posterama Tex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009882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6">
            <a:extLst>
              <a:ext uri="{FF2B5EF4-FFF2-40B4-BE49-F238E27FC236}">
                <a16:creationId xmlns:a16="http://schemas.microsoft.com/office/drawing/2014/main" id="{4E8C5D5B-8682-F75A-CF5E-3E981119B6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/>
          <a:lstStyle>
            <a:lvl1pPr>
              <a:defRPr sz="36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9E1ADC3-C1EC-7D5F-F2BB-80DD9F89D83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394329" y="3429000"/>
            <a:ext cx="3475040" cy="2378070"/>
          </a:xfrm>
        </p:spPr>
        <p:txBody>
          <a:bodyPr anchor="ctr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Freeform: Shape 4">
            <a:extLst>
              <a:ext uri="{FF2B5EF4-FFF2-40B4-BE49-F238E27FC236}">
                <a16:creationId xmlns:a16="http://schemas.microsoft.com/office/drawing/2014/main" id="{FB3D31FE-55AF-2048-8A07-85DE52C47592}"/>
              </a:ext>
            </a:extLst>
          </p:cNvPr>
          <p:cNvSpPr/>
          <p:nvPr/>
        </p:nvSpPr>
        <p:spPr>
          <a:xfrm>
            <a:off x="6282842" y="525295"/>
            <a:ext cx="1913125" cy="214008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5" name="Freeform: Shape 12">
            <a:extLst>
              <a:ext uri="{FF2B5EF4-FFF2-40B4-BE49-F238E27FC236}">
                <a16:creationId xmlns:a16="http://schemas.microsoft.com/office/drawing/2014/main" id="{22ED77B9-CD7F-002F-7796-51467158D90C}"/>
              </a:ext>
            </a:extLst>
          </p:cNvPr>
          <p:cNvSpPr/>
          <p:nvPr/>
        </p:nvSpPr>
        <p:spPr>
          <a:xfrm>
            <a:off x="8375474" y="496107"/>
            <a:ext cx="1913125" cy="21595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F9BFFDC8-FD85-9C6B-8B2D-FD83EF89E5F5}"/>
              </a:ext>
            </a:extLst>
          </p:cNvPr>
          <p:cNvSpPr/>
          <p:nvPr/>
        </p:nvSpPr>
        <p:spPr>
          <a:xfrm>
            <a:off x="9403470" y="2310313"/>
            <a:ext cx="1913125" cy="21595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8FAAD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7" name="Freeform 28">
            <a:extLst>
              <a:ext uri="{FF2B5EF4-FFF2-40B4-BE49-F238E27FC236}">
                <a16:creationId xmlns:a16="http://schemas.microsoft.com/office/drawing/2014/main" id="{5C33404A-9E88-BB85-9980-58CB1DDAE083}"/>
              </a:ext>
            </a:extLst>
          </p:cNvPr>
          <p:cNvSpPr/>
          <p:nvPr/>
        </p:nvSpPr>
        <p:spPr>
          <a:xfrm>
            <a:off x="10460479" y="505836"/>
            <a:ext cx="1731516" cy="21595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731521"/>
              <a:gd name="f7" fmla="val 2159541"/>
              <a:gd name="f8" fmla="val 953758"/>
              <a:gd name="f9" fmla="val 438909"/>
              <a:gd name="f10" fmla="val 1724628"/>
              <a:gd name="f11" fmla="val 956364"/>
              <a:gd name="f12" fmla="val 1623503"/>
              <a:gd name="f13" fmla="val 543733"/>
              <a:gd name="f14" fmla="+- 0 0 -90"/>
              <a:gd name="f15" fmla="*/ f3 1 1731521"/>
              <a:gd name="f16" fmla="*/ f4 1 2159541"/>
              <a:gd name="f17" fmla="+- f7 0 f5"/>
              <a:gd name="f18" fmla="+- f6 0 f5"/>
              <a:gd name="f19" fmla="*/ f14 f0 1"/>
              <a:gd name="f20" fmla="*/ f18 1 1731521"/>
              <a:gd name="f21" fmla="*/ f17 1 2159541"/>
              <a:gd name="f22" fmla="*/ 953758 f18 1"/>
              <a:gd name="f23" fmla="*/ 0 f17 1"/>
              <a:gd name="f24" fmla="*/ 1731521 f18 1"/>
              <a:gd name="f25" fmla="*/ 438909 f17 1"/>
              <a:gd name="f26" fmla="*/ 1724628 f17 1"/>
              <a:gd name="f27" fmla="*/ 956364 f18 1"/>
              <a:gd name="f28" fmla="*/ 2159541 f17 1"/>
              <a:gd name="f29" fmla="*/ 0 f18 1"/>
              <a:gd name="f30" fmla="*/ 1623503 f17 1"/>
              <a:gd name="f31" fmla="*/ 543733 f17 1"/>
              <a:gd name="f32" fmla="*/ f19 1 f2"/>
              <a:gd name="f33" fmla="*/ f22 1 1731521"/>
              <a:gd name="f34" fmla="*/ f23 1 2159541"/>
              <a:gd name="f35" fmla="*/ f24 1 1731521"/>
              <a:gd name="f36" fmla="*/ f25 1 2159541"/>
              <a:gd name="f37" fmla="*/ f26 1 2159541"/>
              <a:gd name="f38" fmla="*/ f27 1 1731521"/>
              <a:gd name="f39" fmla="*/ f28 1 2159541"/>
              <a:gd name="f40" fmla="*/ f29 1 1731521"/>
              <a:gd name="f41" fmla="*/ f30 1 2159541"/>
              <a:gd name="f42" fmla="*/ f31 1 2159541"/>
              <a:gd name="f43" fmla="*/ f5 1 f20"/>
              <a:gd name="f44" fmla="*/ f6 1 f20"/>
              <a:gd name="f45" fmla="*/ f5 1 f21"/>
              <a:gd name="f46" fmla="*/ f7 1 f21"/>
              <a:gd name="f47" fmla="+- f32 0 f1"/>
              <a:gd name="f48" fmla="*/ f33 1 f20"/>
              <a:gd name="f49" fmla="*/ f34 1 f21"/>
              <a:gd name="f50" fmla="*/ f35 1 f20"/>
              <a:gd name="f51" fmla="*/ f36 1 f21"/>
              <a:gd name="f52" fmla="*/ f37 1 f21"/>
              <a:gd name="f53" fmla="*/ f38 1 f20"/>
              <a:gd name="f54" fmla="*/ f39 1 f21"/>
              <a:gd name="f55" fmla="*/ f40 1 f20"/>
              <a:gd name="f56" fmla="*/ f41 1 f21"/>
              <a:gd name="f57" fmla="*/ f42 1 f21"/>
              <a:gd name="f58" fmla="*/ f43 f15 1"/>
              <a:gd name="f59" fmla="*/ f44 f15 1"/>
              <a:gd name="f60" fmla="*/ f46 f16 1"/>
              <a:gd name="f61" fmla="*/ f45 f16 1"/>
              <a:gd name="f62" fmla="*/ f48 f15 1"/>
              <a:gd name="f63" fmla="*/ f49 f16 1"/>
              <a:gd name="f64" fmla="*/ f50 f15 1"/>
              <a:gd name="f65" fmla="*/ f51 f16 1"/>
              <a:gd name="f66" fmla="*/ f52 f16 1"/>
              <a:gd name="f67" fmla="*/ f53 f15 1"/>
              <a:gd name="f68" fmla="*/ f54 f16 1"/>
              <a:gd name="f69" fmla="*/ f55 f15 1"/>
              <a:gd name="f70" fmla="*/ f56 f16 1"/>
              <a:gd name="f71" fmla="*/ f57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7">
                <a:pos x="f62" y="f63"/>
              </a:cxn>
              <a:cxn ang="f47">
                <a:pos x="f64" y="f65"/>
              </a:cxn>
              <a:cxn ang="f47">
                <a:pos x="f64" y="f66"/>
              </a:cxn>
              <a:cxn ang="f47">
                <a:pos x="f67" y="f68"/>
              </a:cxn>
              <a:cxn ang="f47">
                <a:pos x="f69" y="f70"/>
              </a:cxn>
              <a:cxn ang="f47">
                <a:pos x="f69" y="f71"/>
              </a:cxn>
            </a:cxnLst>
            <a:rect l="f58" t="f61" r="f59" b="f60"/>
            <a:pathLst>
              <a:path w="1731521" h="2159541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11" y="f7"/>
                </a:lnTo>
                <a:lnTo>
                  <a:pt x="f5" y="f12"/>
                </a:lnTo>
                <a:lnTo>
                  <a:pt x="f5" y="f13"/>
                </a:lnTo>
                <a:close/>
              </a:path>
            </a:pathLst>
          </a:custGeom>
          <a:noFill/>
          <a:ln w="19046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8" name="Freeform 27">
            <a:extLst>
              <a:ext uri="{FF2B5EF4-FFF2-40B4-BE49-F238E27FC236}">
                <a16:creationId xmlns:a16="http://schemas.microsoft.com/office/drawing/2014/main" id="{FA8B3D41-39BD-8CF8-1B66-751F6FCEC157}"/>
              </a:ext>
            </a:extLst>
          </p:cNvPr>
          <p:cNvSpPr/>
          <p:nvPr/>
        </p:nvSpPr>
        <p:spPr>
          <a:xfrm>
            <a:off x="11498095" y="2436656"/>
            <a:ext cx="698025" cy="18689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98022"/>
              <a:gd name="f7" fmla="val 1868948"/>
              <a:gd name="f8" fmla="val 1477709"/>
              <a:gd name="f9" fmla="val 397939"/>
              <a:gd name="f10" fmla="+- 0 0 -90"/>
              <a:gd name="f11" fmla="*/ f3 1 698022"/>
              <a:gd name="f12" fmla="*/ f4 1 1868948"/>
              <a:gd name="f13" fmla="+- f7 0 f5"/>
              <a:gd name="f14" fmla="+- f6 0 f5"/>
              <a:gd name="f15" fmla="*/ f10 f0 1"/>
              <a:gd name="f16" fmla="*/ f14 1 698022"/>
              <a:gd name="f17" fmla="*/ f13 1 1868948"/>
              <a:gd name="f18" fmla="*/ 698022 f14 1"/>
              <a:gd name="f19" fmla="*/ 0 f13 1"/>
              <a:gd name="f20" fmla="*/ 1868948 f13 1"/>
              <a:gd name="f21" fmla="*/ 0 f14 1"/>
              <a:gd name="f22" fmla="*/ 1477709 f13 1"/>
              <a:gd name="f23" fmla="*/ 397939 f13 1"/>
              <a:gd name="f24" fmla="*/ f15 1 f2"/>
              <a:gd name="f25" fmla="*/ f18 1 698022"/>
              <a:gd name="f26" fmla="*/ f19 1 1868948"/>
              <a:gd name="f27" fmla="*/ f20 1 1868948"/>
              <a:gd name="f28" fmla="*/ f21 1 698022"/>
              <a:gd name="f29" fmla="*/ f22 1 1868948"/>
              <a:gd name="f30" fmla="*/ f23 1 1868948"/>
              <a:gd name="f31" fmla="*/ f5 1 f16"/>
              <a:gd name="f32" fmla="*/ f6 1 f16"/>
              <a:gd name="f33" fmla="*/ f5 1 f17"/>
              <a:gd name="f34" fmla="*/ f7 1 f17"/>
              <a:gd name="f35" fmla="+- f24 0 f1"/>
              <a:gd name="f36" fmla="*/ f25 1 f16"/>
              <a:gd name="f37" fmla="*/ f26 1 f17"/>
              <a:gd name="f38" fmla="*/ f27 1 f17"/>
              <a:gd name="f39" fmla="*/ f28 1 f16"/>
              <a:gd name="f40" fmla="*/ f29 1 f17"/>
              <a:gd name="f41" fmla="*/ f30 1 f17"/>
              <a:gd name="f42" fmla="*/ f31 f11 1"/>
              <a:gd name="f43" fmla="*/ f32 f11 1"/>
              <a:gd name="f44" fmla="*/ f34 f12 1"/>
              <a:gd name="f45" fmla="*/ f33 f12 1"/>
              <a:gd name="f46" fmla="*/ f36 f11 1"/>
              <a:gd name="f47" fmla="*/ f37 f12 1"/>
              <a:gd name="f48" fmla="*/ f38 f12 1"/>
              <a:gd name="f49" fmla="*/ f39 f11 1"/>
              <a:gd name="f50" fmla="*/ f40 f12 1"/>
              <a:gd name="f51" fmla="*/ f41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6" y="f47"/>
              </a:cxn>
              <a:cxn ang="f35">
                <a:pos x="f46" y="f48"/>
              </a:cxn>
              <a:cxn ang="f35">
                <a:pos x="f49" y="f50"/>
              </a:cxn>
              <a:cxn ang="f35">
                <a:pos x="f49" y="f51"/>
              </a:cxn>
            </a:cxnLst>
            <a:rect l="f42" t="f45" r="f43" b="f44"/>
            <a:pathLst>
              <a:path w="698022" h="1868948">
                <a:moveTo>
                  <a:pt x="f6" y="f5"/>
                </a:moveTo>
                <a:lnTo>
                  <a:pt x="f6" y="f7"/>
                </a:lnTo>
                <a:lnTo>
                  <a:pt x="f5" y="f8"/>
                </a:lnTo>
                <a:lnTo>
                  <a:pt x="f5" y="f9"/>
                </a:lnTo>
                <a:close/>
              </a:path>
            </a:pathLst>
          </a:custGeom>
          <a:noFill/>
          <a:ln w="19046" cap="flat">
            <a:solidFill>
              <a:srgbClr val="B8390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9" name="Freeform 29">
            <a:extLst>
              <a:ext uri="{FF2B5EF4-FFF2-40B4-BE49-F238E27FC236}">
                <a16:creationId xmlns:a16="http://schemas.microsoft.com/office/drawing/2014/main" id="{35E66255-DA76-99A9-94F3-ED007D440AF5}"/>
              </a:ext>
            </a:extLst>
          </p:cNvPr>
          <p:cNvSpPr/>
          <p:nvPr/>
        </p:nvSpPr>
        <p:spPr>
          <a:xfrm>
            <a:off x="10460479" y="4114790"/>
            <a:ext cx="1731516" cy="21595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731521"/>
              <a:gd name="f7" fmla="val 2159541"/>
              <a:gd name="f8" fmla="val 953758"/>
              <a:gd name="f9" fmla="val 438909"/>
              <a:gd name="f10" fmla="val 1724629"/>
              <a:gd name="f11" fmla="val 956364"/>
              <a:gd name="f12" fmla="val 1623503"/>
              <a:gd name="f13" fmla="val 543733"/>
              <a:gd name="f14" fmla="+- 0 0 -90"/>
              <a:gd name="f15" fmla="*/ f3 1 1731521"/>
              <a:gd name="f16" fmla="*/ f4 1 2159541"/>
              <a:gd name="f17" fmla="+- f7 0 f5"/>
              <a:gd name="f18" fmla="+- f6 0 f5"/>
              <a:gd name="f19" fmla="*/ f14 f0 1"/>
              <a:gd name="f20" fmla="*/ f18 1 1731521"/>
              <a:gd name="f21" fmla="*/ f17 1 2159541"/>
              <a:gd name="f22" fmla="*/ 953758 f18 1"/>
              <a:gd name="f23" fmla="*/ 0 f17 1"/>
              <a:gd name="f24" fmla="*/ 1731521 f18 1"/>
              <a:gd name="f25" fmla="*/ 438909 f17 1"/>
              <a:gd name="f26" fmla="*/ 1724629 f17 1"/>
              <a:gd name="f27" fmla="*/ 956364 f18 1"/>
              <a:gd name="f28" fmla="*/ 2159541 f17 1"/>
              <a:gd name="f29" fmla="*/ 0 f18 1"/>
              <a:gd name="f30" fmla="*/ 1623503 f17 1"/>
              <a:gd name="f31" fmla="*/ 543733 f17 1"/>
              <a:gd name="f32" fmla="*/ f19 1 f2"/>
              <a:gd name="f33" fmla="*/ f22 1 1731521"/>
              <a:gd name="f34" fmla="*/ f23 1 2159541"/>
              <a:gd name="f35" fmla="*/ f24 1 1731521"/>
              <a:gd name="f36" fmla="*/ f25 1 2159541"/>
              <a:gd name="f37" fmla="*/ f26 1 2159541"/>
              <a:gd name="f38" fmla="*/ f27 1 1731521"/>
              <a:gd name="f39" fmla="*/ f28 1 2159541"/>
              <a:gd name="f40" fmla="*/ f29 1 1731521"/>
              <a:gd name="f41" fmla="*/ f30 1 2159541"/>
              <a:gd name="f42" fmla="*/ f31 1 2159541"/>
              <a:gd name="f43" fmla="*/ f5 1 f20"/>
              <a:gd name="f44" fmla="*/ f6 1 f20"/>
              <a:gd name="f45" fmla="*/ f5 1 f21"/>
              <a:gd name="f46" fmla="*/ f7 1 f21"/>
              <a:gd name="f47" fmla="+- f32 0 f1"/>
              <a:gd name="f48" fmla="*/ f33 1 f20"/>
              <a:gd name="f49" fmla="*/ f34 1 f21"/>
              <a:gd name="f50" fmla="*/ f35 1 f20"/>
              <a:gd name="f51" fmla="*/ f36 1 f21"/>
              <a:gd name="f52" fmla="*/ f37 1 f21"/>
              <a:gd name="f53" fmla="*/ f38 1 f20"/>
              <a:gd name="f54" fmla="*/ f39 1 f21"/>
              <a:gd name="f55" fmla="*/ f40 1 f20"/>
              <a:gd name="f56" fmla="*/ f41 1 f21"/>
              <a:gd name="f57" fmla="*/ f42 1 f21"/>
              <a:gd name="f58" fmla="*/ f43 f15 1"/>
              <a:gd name="f59" fmla="*/ f44 f15 1"/>
              <a:gd name="f60" fmla="*/ f46 f16 1"/>
              <a:gd name="f61" fmla="*/ f45 f16 1"/>
              <a:gd name="f62" fmla="*/ f48 f15 1"/>
              <a:gd name="f63" fmla="*/ f49 f16 1"/>
              <a:gd name="f64" fmla="*/ f50 f15 1"/>
              <a:gd name="f65" fmla="*/ f51 f16 1"/>
              <a:gd name="f66" fmla="*/ f52 f16 1"/>
              <a:gd name="f67" fmla="*/ f53 f15 1"/>
              <a:gd name="f68" fmla="*/ f54 f16 1"/>
              <a:gd name="f69" fmla="*/ f55 f15 1"/>
              <a:gd name="f70" fmla="*/ f56 f16 1"/>
              <a:gd name="f71" fmla="*/ f57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7">
                <a:pos x="f62" y="f63"/>
              </a:cxn>
              <a:cxn ang="f47">
                <a:pos x="f64" y="f65"/>
              </a:cxn>
              <a:cxn ang="f47">
                <a:pos x="f64" y="f66"/>
              </a:cxn>
              <a:cxn ang="f47">
                <a:pos x="f67" y="f68"/>
              </a:cxn>
              <a:cxn ang="f47">
                <a:pos x="f69" y="f70"/>
              </a:cxn>
              <a:cxn ang="f47">
                <a:pos x="f69" y="f71"/>
              </a:cxn>
            </a:cxnLst>
            <a:rect l="f58" t="f61" r="f59" b="f60"/>
            <a:pathLst>
              <a:path w="1731521" h="2159541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11" y="f7"/>
                </a:lnTo>
                <a:lnTo>
                  <a:pt x="f5" y="f12"/>
                </a:lnTo>
                <a:lnTo>
                  <a:pt x="f5" y="f13"/>
                </a:lnTo>
                <a:close/>
              </a:path>
            </a:pathLst>
          </a:custGeom>
          <a:noFill/>
          <a:ln w="19046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29B422DF-138A-53F6-B5C9-04E912B4C62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BECD226-2678-ED34-9104-BABE4DE359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207DF8-D144-4072-B277-CDCEFB24BAA8}" type="slidenum">
              <a:t>‹N›</a:t>
            </a:fld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73D3BB82-92AE-B869-2512-1FD0E88FB512}"/>
              </a:ext>
            </a:extLst>
          </p:cNvPr>
          <p:cNvSpPr/>
          <p:nvPr/>
        </p:nvSpPr>
        <p:spPr>
          <a:xfrm>
            <a:off x="7325349" y="0"/>
            <a:ext cx="1911964" cy="8669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noFill/>
          <a:ln w="19046" cap="flat">
            <a:solidFill>
              <a:srgbClr val="B8390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03F3F9A2-8E81-0478-C6EA-CA0197EA2F09}"/>
              </a:ext>
            </a:extLst>
          </p:cNvPr>
          <p:cNvSpPr/>
          <p:nvPr/>
        </p:nvSpPr>
        <p:spPr>
          <a:xfrm>
            <a:off x="9416820" y="0"/>
            <a:ext cx="1911964" cy="8669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solidFill>
            <a:srgbClr val="8FAAD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26818C98-A98F-7238-4333-9BAFD2171DB5}"/>
              </a:ext>
            </a:extLst>
          </p:cNvPr>
          <p:cNvSpPr/>
          <p:nvPr/>
        </p:nvSpPr>
        <p:spPr>
          <a:xfrm>
            <a:off x="1571158" y="505836"/>
            <a:ext cx="1913125" cy="21595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770BACEF-1167-1212-C358-E58E919C3592}"/>
              </a:ext>
            </a:extLst>
          </p:cNvPr>
          <p:cNvSpPr/>
          <p:nvPr/>
        </p:nvSpPr>
        <p:spPr>
          <a:xfrm>
            <a:off x="521034" y="0"/>
            <a:ext cx="1911964" cy="8669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085969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preserve="1">
  <p:cSld name="Section break">
    <p:bg>
      <p:bgPr>
        <a:solidFill>
          <a:srgbClr val="0F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03ED309-30D9-8C6C-83F6-9898D114F5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47" descr="Click icon to add picture">
            <a:extLst>
              <a:ext uri="{FF2B5EF4-FFF2-40B4-BE49-F238E27FC236}">
                <a16:creationId xmlns:a16="http://schemas.microsoft.com/office/drawing/2014/main" id="{49A9CB67-BD7F-C6AD-DD14-81AD794B565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17336" y="4172087"/>
            <a:ext cx="4910328" cy="1005840"/>
          </a:xfrm>
        </p:spPr>
        <p:txBody>
          <a:bodyPr/>
          <a:lstStyle>
            <a:lvl1pPr marL="0" indent="0">
              <a:lnSpc>
                <a:spcPct val="100%"/>
              </a:lnSpc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B74F6DF-BA1E-33BD-BC86-1BC70D332D06}"/>
              </a:ext>
            </a:extLst>
          </p:cNvPr>
          <p:cNvSpPr/>
          <p:nvPr/>
        </p:nvSpPr>
        <p:spPr>
          <a:xfrm>
            <a:off x="3843561" y="722522"/>
            <a:ext cx="1244909" cy="140524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AEC1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A0C4CE6D-DBCF-71B9-778F-DAFBAE721DDF}"/>
              </a:ext>
            </a:extLst>
          </p:cNvPr>
          <p:cNvSpPr/>
          <p:nvPr/>
        </p:nvSpPr>
        <p:spPr>
          <a:xfrm>
            <a:off x="1223933" y="1436915"/>
            <a:ext cx="2857006" cy="326977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BC8967DA-ACE0-9A0B-3A6D-E522CE3F5ED5}"/>
              </a:ext>
            </a:extLst>
          </p:cNvPr>
          <p:cNvSpPr/>
          <p:nvPr/>
        </p:nvSpPr>
        <p:spPr>
          <a:xfrm>
            <a:off x="758705" y="3457556"/>
            <a:ext cx="1208041" cy="138175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E8F447DE-B6BC-5B61-58A6-8C6201AA251F}"/>
              </a:ext>
            </a:extLst>
          </p:cNvPr>
          <p:cNvSpPr/>
          <p:nvPr/>
        </p:nvSpPr>
        <p:spPr>
          <a:xfrm>
            <a:off x="2917914" y="4662159"/>
            <a:ext cx="663378" cy="7589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98682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94698"/>
              <a:gd name="f14" fmla="val 2946400"/>
              <a:gd name="f15" fmla="val 3789083"/>
              <a:gd name="f16" fmla="val 2193365"/>
              <a:gd name="f17" fmla="val 3783106"/>
              <a:gd name="f18" fmla="val 1267012"/>
              <a:gd name="f19" fmla="+- 0 0 -90"/>
              <a:gd name="f20" fmla="*/ f3 1 4398682"/>
              <a:gd name="f21" fmla="*/ f4 1 5032188"/>
              <a:gd name="f22" fmla="+- f7 0 f5"/>
              <a:gd name="f23" fmla="+- f6 0 f5"/>
              <a:gd name="f24" fmla="*/ f19 f0 1"/>
              <a:gd name="f25" fmla="*/ f23 1 4398682"/>
              <a:gd name="f26" fmla="*/ f22 1 5032188"/>
              <a:gd name="f27" fmla="*/ 2187388 f23 1"/>
              <a:gd name="f28" fmla="*/ 0 f22 1"/>
              <a:gd name="f29" fmla="*/ 4386729 f23 1"/>
              <a:gd name="f30" fmla="*/ 1261035 f22 1"/>
              <a:gd name="f31" fmla="*/ 4398682 f23 1"/>
              <a:gd name="f32" fmla="*/ 3789083 f22 1"/>
              <a:gd name="f33" fmla="*/ 2193365 f23 1"/>
              <a:gd name="f34" fmla="*/ 5032188 f22 1"/>
              <a:gd name="f35" fmla="*/ 0 f23 1"/>
              <a:gd name="f36" fmla="*/ 3783106 f22 1"/>
              <a:gd name="f37" fmla="*/ 1267012 f22 1"/>
              <a:gd name="f38" fmla="*/ f24 1 f2"/>
              <a:gd name="f39" fmla="*/ f27 1 4398682"/>
              <a:gd name="f40" fmla="*/ f28 1 5032188"/>
              <a:gd name="f41" fmla="*/ f29 1 4398682"/>
              <a:gd name="f42" fmla="*/ f30 1 5032188"/>
              <a:gd name="f43" fmla="*/ f31 1 4398682"/>
              <a:gd name="f44" fmla="*/ f32 1 5032188"/>
              <a:gd name="f45" fmla="*/ f33 1 4398682"/>
              <a:gd name="f46" fmla="*/ f34 1 5032188"/>
              <a:gd name="f47" fmla="*/ f35 1 4398682"/>
              <a:gd name="f48" fmla="*/ f36 1 5032188"/>
              <a:gd name="f49" fmla="*/ f37 1 5032188"/>
              <a:gd name="f50" fmla="*/ f5 1 f25"/>
              <a:gd name="f51" fmla="*/ f6 1 f25"/>
              <a:gd name="f52" fmla="*/ f5 1 f26"/>
              <a:gd name="f53" fmla="*/ f7 1 f26"/>
              <a:gd name="f54" fmla="+- f38 0 f1"/>
              <a:gd name="f55" fmla="*/ f39 1 f25"/>
              <a:gd name="f56" fmla="*/ f40 1 f26"/>
              <a:gd name="f57" fmla="*/ f41 1 f25"/>
              <a:gd name="f58" fmla="*/ f42 1 f26"/>
              <a:gd name="f59" fmla="*/ f43 1 f25"/>
              <a:gd name="f60" fmla="*/ f44 1 f26"/>
              <a:gd name="f61" fmla="*/ f45 1 f25"/>
              <a:gd name="f62" fmla="*/ f46 1 f26"/>
              <a:gd name="f63" fmla="*/ f47 1 f25"/>
              <a:gd name="f64" fmla="*/ f48 1 f26"/>
              <a:gd name="f65" fmla="*/ f49 1 f26"/>
              <a:gd name="f66" fmla="*/ f50 f20 1"/>
              <a:gd name="f67" fmla="*/ f51 f20 1"/>
              <a:gd name="f68" fmla="*/ f53 f21 1"/>
              <a:gd name="f69" fmla="*/ f52 f21 1"/>
              <a:gd name="f70" fmla="*/ f55 f20 1"/>
              <a:gd name="f71" fmla="*/ f56 f21 1"/>
              <a:gd name="f72" fmla="*/ f57 f20 1"/>
              <a:gd name="f73" fmla="*/ f58 f21 1"/>
              <a:gd name="f74" fmla="*/ f59 f20 1"/>
              <a:gd name="f75" fmla="*/ f60 f21 1"/>
              <a:gd name="f76" fmla="*/ f61 f20 1"/>
              <a:gd name="f77" fmla="*/ f62 f21 1"/>
              <a:gd name="f78" fmla="*/ f63 f20 1"/>
              <a:gd name="f79" fmla="*/ f64 f21 1"/>
              <a:gd name="f80" fmla="*/ f65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4">
                <a:pos x="f70" y="f71"/>
              </a:cxn>
              <a:cxn ang="f54">
                <a:pos x="f72" y="f73"/>
              </a:cxn>
              <a:cxn ang="f54">
                <a:pos x="f74" y="f75"/>
              </a:cxn>
              <a:cxn ang="f54">
                <a:pos x="f76" y="f77"/>
              </a:cxn>
              <a:cxn ang="f54">
                <a:pos x="f78" y="f79"/>
              </a:cxn>
              <a:cxn ang="f54">
                <a:pos x="f78" y="f80"/>
              </a:cxn>
              <a:cxn ang="f54">
                <a:pos x="f70" y="f71"/>
              </a:cxn>
            </a:cxnLst>
            <a:rect l="f66" t="f69" r="f67" b="f68"/>
            <a:pathLst>
              <a:path w="4398682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6" y="f15"/>
                </a:cubicBezTo>
                <a:lnTo>
                  <a:pt x="f16" y="f7"/>
                </a:lnTo>
                <a:lnTo>
                  <a:pt x="f5" y="f17"/>
                </a:lnTo>
                <a:lnTo>
                  <a:pt x="f5" y="f18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0" cap="none" spc="0" baseline="0%">
              <a:solidFill>
                <a:srgbClr val="FFFFFF"/>
              </a:solidFill>
              <a:uFillTx/>
              <a:latin typeface="Posterama Text SemiBold"/>
            </a:endParaRP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F91A9CC0-A1A2-317B-C351-8AEF874D1AF8}"/>
              </a:ext>
            </a:extLst>
          </p:cNvPr>
          <p:cNvCxnSpPr/>
          <p:nvPr/>
        </p:nvCxnSpPr>
        <p:spPr>
          <a:xfrm>
            <a:off x="5998710" y="4172087"/>
            <a:ext cx="0" cy="760287"/>
          </a:xfrm>
          <a:prstGeom prst="straightConnector1">
            <a:avLst/>
          </a:prstGeom>
          <a:noFill/>
          <a:ln w="19046" cap="flat">
            <a:solidFill>
              <a:srgbClr val="D844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1187567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1A534E13-7764-6DF5-A440-1C2D3E3D8720}"/>
              </a:ext>
            </a:extLst>
          </p:cNvPr>
          <p:cNvGrpSpPr/>
          <p:nvPr/>
        </p:nvGrpSpPr>
        <p:grpSpPr>
          <a:xfrm>
            <a:off x="879762" y="-10378"/>
            <a:ext cx="10794254" cy="1864808"/>
            <a:chOff x="879762" y="-10378"/>
            <a:chExt cx="10794254" cy="1864808"/>
          </a:xfrm>
        </p:grpSpPr>
        <p:sp>
          <p:nvSpPr>
            <p:cNvPr id="3" name="Freeform: Shape 12">
              <a:extLst>
                <a:ext uri="{FF2B5EF4-FFF2-40B4-BE49-F238E27FC236}">
                  <a16:creationId xmlns:a16="http://schemas.microsoft.com/office/drawing/2014/main" id="{E76A7647-FABF-3B5A-42CD-C7F1A6435492}"/>
                </a:ext>
              </a:extLst>
            </p:cNvPr>
            <p:cNvSpPr/>
            <p:nvPr/>
          </p:nvSpPr>
          <p:spPr>
            <a:xfrm>
              <a:off x="8893125" y="351934"/>
              <a:ext cx="1331055" cy="1502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87647"/>
                <a:gd name="f7" fmla="val 5032188"/>
                <a:gd name="f8" fmla="val 2187388"/>
                <a:gd name="f9" fmla="val 4386729"/>
                <a:gd name="f10" fmla="val 1261035"/>
                <a:gd name="f11" fmla="val 4390713"/>
                <a:gd name="f12" fmla="val 2103718"/>
                <a:gd name="f13" fmla="val 4380208"/>
                <a:gd name="f14" fmla="val 2940604"/>
                <a:gd name="f15" fmla="val 4384192"/>
                <a:gd name="f16" fmla="val 3783287"/>
                <a:gd name="f17" fmla="val 2193365"/>
                <a:gd name="f18" fmla="val 3783106"/>
                <a:gd name="f19" fmla="val 1267012"/>
                <a:gd name="f20" fmla="+- 0 0 -90"/>
                <a:gd name="f21" fmla="*/ f3 1 4387647"/>
                <a:gd name="f22" fmla="*/ f4 1 5032188"/>
                <a:gd name="f23" fmla="+- f7 0 f5"/>
                <a:gd name="f24" fmla="+- f6 0 f5"/>
                <a:gd name="f25" fmla="*/ f20 f0 1"/>
                <a:gd name="f26" fmla="*/ f24 1 4387647"/>
                <a:gd name="f27" fmla="*/ f23 1 5032188"/>
                <a:gd name="f28" fmla="*/ 0 f23 1"/>
                <a:gd name="f29" fmla="*/ 1261035 f23 1"/>
                <a:gd name="f30" fmla="*/ 5032188 f23 1"/>
                <a:gd name="f31" fmla="*/ 3783106 f23 1"/>
                <a:gd name="f32" fmla="*/ 1267012 f23 1"/>
                <a:gd name="f33" fmla="*/ 2187388 f24 1"/>
                <a:gd name="f34" fmla="*/ 4386729 f24 1"/>
                <a:gd name="f35" fmla="*/ 4384192 f24 1"/>
                <a:gd name="f36" fmla="*/ 3783287 f23 1"/>
                <a:gd name="f37" fmla="*/ 2193365 f24 1"/>
                <a:gd name="f38" fmla="*/ 0 f24 1"/>
                <a:gd name="f39" fmla="*/ f25 1 f2"/>
                <a:gd name="f40" fmla="*/ f28 1 5032188"/>
                <a:gd name="f41" fmla="*/ f29 1 5032188"/>
                <a:gd name="f42" fmla="*/ f30 1 5032188"/>
                <a:gd name="f43" fmla="*/ f31 1 5032188"/>
                <a:gd name="f44" fmla="*/ f32 1 5032188"/>
                <a:gd name="f45" fmla="*/ f33 1 4387647"/>
                <a:gd name="f46" fmla="*/ f34 1 4387647"/>
                <a:gd name="f47" fmla="*/ f35 1 4387647"/>
                <a:gd name="f48" fmla="*/ f36 1 5032188"/>
                <a:gd name="f49" fmla="*/ f37 1 4387647"/>
                <a:gd name="f50" fmla="*/ f38 1 4387647"/>
                <a:gd name="f51" fmla="*/ f5 1 f26"/>
                <a:gd name="f52" fmla="*/ f6 1 f26"/>
                <a:gd name="f53" fmla="*/ f5 1 f27"/>
                <a:gd name="f54" fmla="*/ f7 1 f27"/>
                <a:gd name="f55" fmla="+- f39 0 f1"/>
                <a:gd name="f56" fmla="*/ f45 1 f26"/>
                <a:gd name="f57" fmla="*/ f40 1 f27"/>
                <a:gd name="f58" fmla="*/ f46 1 f26"/>
                <a:gd name="f59" fmla="*/ f41 1 f27"/>
                <a:gd name="f60" fmla="*/ f47 1 f26"/>
                <a:gd name="f61" fmla="*/ f48 1 f27"/>
                <a:gd name="f62" fmla="*/ f49 1 f26"/>
                <a:gd name="f63" fmla="*/ f42 1 f27"/>
                <a:gd name="f64" fmla="*/ f50 1 f26"/>
                <a:gd name="f65" fmla="*/ f43 1 f27"/>
                <a:gd name="f66" fmla="*/ f44 1 f27"/>
                <a:gd name="f67" fmla="*/ f51 f21 1"/>
                <a:gd name="f68" fmla="*/ f52 f21 1"/>
                <a:gd name="f69" fmla="*/ f54 f22 1"/>
                <a:gd name="f70" fmla="*/ f53 f22 1"/>
                <a:gd name="f71" fmla="*/ f56 f21 1"/>
                <a:gd name="f72" fmla="*/ f57 f22 1"/>
                <a:gd name="f73" fmla="*/ f58 f21 1"/>
                <a:gd name="f74" fmla="*/ f59 f22 1"/>
                <a:gd name="f75" fmla="*/ f60 f21 1"/>
                <a:gd name="f76" fmla="*/ f61 f22 1"/>
                <a:gd name="f77" fmla="*/ f62 f21 1"/>
                <a:gd name="f78" fmla="*/ f63 f22 1"/>
                <a:gd name="f79" fmla="*/ f64 f21 1"/>
                <a:gd name="f80" fmla="*/ f65 f22 1"/>
                <a:gd name="f81" fmla="*/ f66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1" y="f72"/>
                </a:cxn>
                <a:cxn ang="f55">
                  <a:pos x="f73" y="f74"/>
                </a:cxn>
                <a:cxn ang="f55">
                  <a:pos x="f75" y="f76"/>
                </a:cxn>
                <a:cxn ang="f55">
                  <a:pos x="f77" y="f78"/>
                </a:cxn>
                <a:cxn ang="f55">
                  <a:pos x="f79" y="f80"/>
                </a:cxn>
                <a:cxn ang="f55">
                  <a:pos x="f79" y="f81"/>
                </a:cxn>
                <a:cxn ang="f55">
                  <a:pos x="f71" y="f72"/>
                </a:cxn>
              </a:cxnLst>
              <a:rect l="f67" t="f70" r="f68" b="f69"/>
              <a:pathLst>
                <a:path w="4387647" h="5032188">
                  <a:moveTo>
                    <a:pt x="f8" y="f5"/>
                  </a:moveTo>
                  <a:lnTo>
                    <a:pt x="f9" y="f10"/>
                  </a:lnTo>
                  <a:cubicBezTo>
                    <a:pt x="f11" y="f12"/>
                    <a:pt x="f13" y="f14"/>
                    <a:pt x="f15" y="f16"/>
                  </a:cubicBezTo>
                  <a:lnTo>
                    <a:pt x="f17" y="f7"/>
                  </a:lnTo>
                  <a:lnTo>
                    <a:pt x="f5" y="f18"/>
                  </a:lnTo>
                  <a:lnTo>
                    <a:pt x="f5" y="f19"/>
                  </a:lnTo>
                  <a:lnTo>
                    <a:pt x="f8" y="f5"/>
                  </a:lnTo>
                  <a:close/>
                </a:path>
              </a:pathLst>
            </a:custGeom>
            <a:noFill/>
            <a:ln w="12701" cap="flat">
              <a:solidFill>
                <a:srgbClr val="AFABAB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4" name="Freeform: Shape 12">
              <a:extLst>
                <a:ext uri="{FF2B5EF4-FFF2-40B4-BE49-F238E27FC236}">
                  <a16:creationId xmlns:a16="http://schemas.microsoft.com/office/drawing/2014/main" id="{21C426E3-9339-9189-E3FB-FFEA23BA935F}"/>
                </a:ext>
              </a:extLst>
            </p:cNvPr>
            <p:cNvSpPr/>
            <p:nvPr/>
          </p:nvSpPr>
          <p:spPr>
            <a:xfrm>
              <a:off x="5985735" y="345167"/>
              <a:ext cx="1331055" cy="1502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87647"/>
                <a:gd name="f7" fmla="val 5032188"/>
                <a:gd name="f8" fmla="val 2187388"/>
                <a:gd name="f9" fmla="val 4386729"/>
                <a:gd name="f10" fmla="val 1261035"/>
                <a:gd name="f11" fmla="val 4390713"/>
                <a:gd name="f12" fmla="val 2103718"/>
                <a:gd name="f13" fmla="val 4380208"/>
                <a:gd name="f14" fmla="val 2940604"/>
                <a:gd name="f15" fmla="val 4384192"/>
                <a:gd name="f16" fmla="val 3783287"/>
                <a:gd name="f17" fmla="val 2193365"/>
                <a:gd name="f18" fmla="val 3783106"/>
                <a:gd name="f19" fmla="val 1267012"/>
                <a:gd name="f20" fmla="+- 0 0 -90"/>
                <a:gd name="f21" fmla="*/ f3 1 4387647"/>
                <a:gd name="f22" fmla="*/ f4 1 5032188"/>
                <a:gd name="f23" fmla="+- f7 0 f5"/>
                <a:gd name="f24" fmla="+- f6 0 f5"/>
                <a:gd name="f25" fmla="*/ f20 f0 1"/>
                <a:gd name="f26" fmla="*/ f24 1 4387647"/>
                <a:gd name="f27" fmla="*/ f23 1 5032188"/>
                <a:gd name="f28" fmla="*/ 0 f23 1"/>
                <a:gd name="f29" fmla="*/ 1261035 f23 1"/>
                <a:gd name="f30" fmla="*/ 5032188 f23 1"/>
                <a:gd name="f31" fmla="*/ 3783106 f23 1"/>
                <a:gd name="f32" fmla="*/ 1267012 f23 1"/>
                <a:gd name="f33" fmla="*/ 2187388 f24 1"/>
                <a:gd name="f34" fmla="*/ 4386729 f24 1"/>
                <a:gd name="f35" fmla="*/ 4384192 f24 1"/>
                <a:gd name="f36" fmla="*/ 3783287 f23 1"/>
                <a:gd name="f37" fmla="*/ 2193365 f24 1"/>
                <a:gd name="f38" fmla="*/ 0 f24 1"/>
                <a:gd name="f39" fmla="*/ f25 1 f2"/>
                <a:gd name="f40" fmla="*/ f28 1 5032188"/>
                <a:gd name="f41" fmla="*/ f29 1 5032188"/>
                <a:gd name="f42" fmla="*/ f30 1 5032188"/>
                <a:gd name="f43" fmla="*/ f31 1 5032188"/>
                <a:gd name="f44" fmla="*/ f32 1 5032188"/>
                <a:gd name="f45" fmla="*/ f33 1 4387647"/>
                <a:gd name="f46" fmla="*/ f34 1 4387647"/>
                <a:gd name="f47" fmla="*/ f35 1 4387647"/>
                <a:gd name="f48" fmla="*/ f36 1 5032188"/>
                <a:gd name="f49" fmla="*/ f37 1 4387647"/>
                <a:gd name="f50" fmla="*/ f38 1 4387647"/>
                <a:gd name="f51" fmla="*/ f5 1 f26"/>
                <a:gd name="f52" fmla="*/ f6 1 f26"/>
                <a:gd name="f53" fmla="*/ f5 1 f27"/>
                <a:gd name="f54" fmla="*/ f7 1 f27"/>
                <a:gd name="f55" fmla="+- f39 0 f1"/>
                <a:gd name="f56" fmla="*/ f45 1 f26"/>
                <a:gd name="f57" fmla="*/ f40 1 f27"/>
                <a:gd name="f58" fmla="*/ f46 1 f26"/>
                <a:gd name="f59" fmla="*/ f41 1 f27"/>
                <a:gd name="f60" fmla="*/ f47 1 f26"/>
                <a:gd name="f61" fmla="*/ f48 1 f27"/>
                <a:gd name="f62" fmla="*/ f49 1 f26"/>
                <a:gd name="f63" fmla="*/ f42 1 f27"/>
                <a:gd name="f64" fmla="*/ f50 1 f26"/>
                <a:gd name="f65" fmla="*/ f43 1 f27"/>
                <a:gd name="f66" fmla="*/ f44 1 f27"/>
                <a:gd name="f67" fmla="*/ f51 f21 1"/>
                <a:gd name="f68" fmla="*/ f52 f21 1"/>
                <a:gd name="f69" fmla="*/ f54 f22 1"/>
                <a:gd name="f70" fmla="*/ f53 f22 1"/>
                <a:gd name="f71" fmla="*/ f56 f21 1"/>
                <a:gd name="f72" fmla="*/ f57 f22 1"/>
                <a:gd name="f73" fmla="*/ f58 f21 1"/>
                <a:gd name="f74" fmla="*/ f59 f22 1"/>
                <a:gd name="f75" fmla="*/ f60 f21 1"/>
                <a:gd name="f76" fmla="*/ f61 f22 1"/>
                <a:gd name="f77" fmla="*/ f62 f21 1"/>
                <a:gd name="f78" fmla="*/ f63 f22 1"/>
                <a:gd name="f79" fmla="*/ f64 f21 1"/>
                <a:gd name="f80" fmla="*/ f65 f22 1"/>
                <a:gd name="f81" fmla="*/ f66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1" y="f72"/>
                </a:cxn>
                <a:cxn ang="f55">
                  <a:pos x="f73" y="f74"/>
                </a:cxn>
                <a:cxn ang="f55">
                  <a:pos x="f75" y="f76"/>
                </a:cxn>
                <a:cxn ang="f55">
                  <a:pos x="f77" y="f78"/>
                </a:cxn>
                <a:cxn ang="f55">
                  <a:pos x="f79" y="f80"/>
                </a:cxn>
                <a:cxn ang="f55">
                  <a:pos x="f79" y="f81"/>
                </a:cxn>
                <a:cxn ang="f55">
                  <a:pos x="f71" y="f72"/>
                </a:cxn>
              </a:cxnLst>
              <a:rect l="f67" t="f70" r="f68" b="f69"/>
              <a:pathLst>
                <a:path w="4387647" h="5032188">
                  <a:moveTo>
                    <a:pt x="f8" y="f5"/>
                  </a:moveTo>
                  <a:lnTo>
                    <a:pt x="f9" y="f10"/>
                  </a:lnTo>
                  <a:cubicBezTo>
                    <a:pt x="f11" y="f12"/>
                    <a:pt x="f13" y="f14"/>
                    <a:pt x="f15" y="f16"/>
                  </a:cubicBezTo>
                  <a:lnTo>
                    <a:pt x="f17" y="f7"/>
                  </a:lnTo>
                  <a:lnTo>
                    <a:pt x="f5" y="f18"/>
                  </a:lnTo>
                  <a:lnTo>
                    <a:pt x="f5" y="f19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B83903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EF85D995-C78C-8C30-BD8C-53E7FE134CAD}"/>
                </a:ext>
              </a:extLst>
            </p:cNvPr>
            <p:cNvSpPr/>
            <p:nvPr/>
          </p:nvSpPr>
          <p:spPr>
            <a:xfrm>
              <a:off x="5255120" y="0"/>
              <a:ext cx="1330250" cy="6031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11968"/>
                <a:gd name="f7" fmla="val 866964"/>
                <a:gd name="f8" fmla="val 1911621"/>
                <a:gd name="f9" fmla="val 335832"/>
                <a:gd name="f10" fmla="val 956364"/>
                <a:gd name="f11" fmla="val 335755"/>
                <a:gd name="f12" fmla="+- 0 0 -90"/>
                <a:gd name="f13" fmla="*/ f3 1 1911968"/>
                <a:gd name="f14" fmla="*/ f4 1 866964"/>
                <a:gd name="f15" fmla="+- f7 0 f5"/>
                <a:gd name="f16" fmla="+- f6 0 f5"/>
                <a:gd name="f17" fmla="*/ f12 f0 1"/>
                <a:gd name="f18" fmla="*/ f16 1 1911968"/>
                <a:gd name="f19" fmla="*/ f15 1 866964"/>
                <a:gd name="f20" fmla="*/ 0 f16 1"/>
                <a:gd name="f21" fmla="*/ 0 f15 1"/>
                <a:gd name="f22" fmla="*/ 1911968 f16 1"/>
                <a:gd name="f23" fmla="*/ 1911621 f16 1"/>
                <a:gd name="f24" fmla="*/ 335832 f15 1"/>
                <a:gd name="f25" fmla="*/ 956364 f16 1"/>
                <a:gd name="f26" fmla="*/ 866964 f15 1"/>
                <a:gd name="f27" fmla="*/ 335755 f15 1"/>
                <a:gd name="f28" fmla="*/ f17 1 f2"/>
                <a:gd name="f29" fmla="*/ f20 1 1911968"/>
                <a:gd name="f30" fmla="*/ f21 1 866964"/>
                <a:gd name="f31" fmla="*/ f22 1 1911968"/>
                <a:gd name="f32" fmla="*/ f23 1 1911968"/>
                <a:gd name="f33" fmla="*/ f24 1 866964"/>
                <a:gd name="f34" fmla="*/ f25 1 1911968"/>
                <a:gd name="f35" fmla="*/ f26 1 866964"/>
                <a:gd name="f36" fmla="*/ f27 1 866964"/>
                <a:gd name="f37" fmla="*/ f5 1 f18"/>
                <a:gd name="f38" fmla="*/ f6 1 f18"/>
                <a:gd name="f39" fmla="*/ f5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8"/>
                <a:gd name="f46" fmla="*/ f33 1 f19"/>
                <a:gd name="f47" fmla="*/ f34 1 f18"/>
                <a:gd name="f48" fmla="*/ f35 1 f19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3 1"/>
                <a:gd name="f58" fmla="*/ f46 f14 1"/>
                <a:gd name="f59" fmla="*/ f47 f13 1"/>
                <a:gd name="f60" fmla="*/ f48 f14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5"/>
                </a:cxn>
                <a:cxn ang="f41">
                  <a:pos x="f57" y="f58"/>
                </a:cxn>
                <a:cxn ang="f41">
                  <a:pos x="f59" y="f60"/>
                </a:cxn>
                <a:cxn ang="f41">
                  <a:pos x="f54" y="f61"/>
                </a:cxn>
              </a:cxnLst>
              <a:rect l="f50" t="f53" r="f51" b="f52"/>
              <a:pathLst>
                <a:path w="1911968" h="866964">
                  <a:moveTo>
                    <a:pt x="f5" y="f5"/>
                  </a:moveTo>
                  <a:lnTo>
                    <a:pt x="f6" y="f5"/>
                  </a:lnTo>
                  <a:lnTo>
                    <a:pt x="f8" y="f9"/>
                  </a:lnTo>
                  <a:lnTo>
                    <a:pt x="f10" y="f7"/>
                  </a:lnTo>
                  <a:lnTo>
                    <a:pt x="f5" y="f11"/>
                  </a:lnTo>
                  <a:close/>
                </a:path>
              </a:pathLst>
            </a:custGeom>
            <a:solidFill>
              <a:srgbClr val="8FAAD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9995EB87-49F9-1F92-CBA7-2A7A8AD2F02F}"/>
                </a:ext>
              </a:extLst>
            </p:cNvPr>
            <p:cNvSpPr/>
            <p:nvPr/>
          </p:nvSpPr>
          <p:spPr>
            <a:xfrm>
              <a:off x="6710251" y="0"/>
              <a:ext cx="1330250" cy="6031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11968"/>
                <a:gd name="f7" fmla="val 866964"/>
                <a:gd name="f8" fmla="val 1911621"/>
                <a:gd name="f9" fmla="val 335832"/>
                <a:gd name="f10" fmla="val 956364"/>
                <a:gd name="f11" fmla="val 335755"/>
                <a:gd name="f12" fmla="+- 0 0 -90"/>
                <a:gd name="f13" fmla="*/ f3 1 1911968"/>
                <a:gd name="f14" fmla="*/ f4 1 866964"/>
                <a:gd name="f15" fmla="+- f7 0 f5"/>
                <a:gd name="f16" fmla="+- f6 0 f5"/>
                <a:gd name="f17" fmla="*/ f12 f0 1"/>
                <a:gd name="f18" fmla="*/ f16 1 1911968"/>
                <a:gd name="f19" fmla="*/ f15 1 866964"/>
                <a:gd name="f20" fmla="*/ 0 f16 1"/>
                <a:gd name="f21" fmla="*/ 0 f15 1"/>
                <a:gd name="f22" fmla="*/ 1911968 f16 1"/>
                <a:gd name="f23" fmla="*/ 1911621 f16 1"/>
                <a:gd name="f24" fmla="*/ 335832 f15 1"/>
                <a:gd name="f25" fmla="*/ 956364 f16 1"/>
                <a:gd name="f26" fmla="*/ 866964 f15 1"/>
                <a:gd name="f27" fmla="*/ 335755 f15 1"/>
                <a:gd name="f28" fmla="*/ f17 1 f2"/>
                <a:gd name="f29" fmla="*/ f20 1 1911968"/>
                <a:gd name="f30" fmla="*/ f21 1 866964"/>
                <a:gd name="f31" fmla="*/ f22 1 1911968"/>
                <a:gd name="f32" fmla="*/ f23 1 1911968"/>
                <a:gd name="f33" fmla="*/ f24 1 866964"/>
                <a:gd name="f34" fmla="*/ f25 1 1911968"/>
                <a:gd name="f35" fmla="*/ f26 1 866964"/>
                <a:gd name="f36" fmla="*/ f27 1 866964"/>
                <a:gd name="f37" fmla="*/ f5 1 f18"/>
                <a:gd name="f38" fmla="*/ f6 1 f18"/>
                <a:gd name="f39" fmla="*/ f5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8"/>
                <a:gd name="f46" fmla="*/ f33 1 f19"/>
                <a:gd name="f47" fmla="*/ f34 1 f18"/>
                <a:gd name="f48" fmla="*/ f35 1 f19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3 1"/>
                <a:gd name="f58" fmla="*/ f46 f14 1"/>
                <a:gd name="f59" fmla="*/ f47 f13 1"/>
                <a:gd name="f60" fmla="*/ f48 f14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5"/>
                </a:cxn>
                <a:cxn ang="f41">
                  <a:pos x="f57" y="f58"/>
                </a:cxn>
                <a:cxn ang="f41">
                  <a:pos x="f59" y="f60"/>
                </a:cxn>
                <a:cxn ang="f41">
                  <a:pos x="f54" y="f61"/>
                </a:cxn>
              </a:cxnLst>
              <a:rect l="f50" t="f53" r="f51" b="f52"/>
              <a:pathLst>
                <a:path w="1911968" h="866964">
                  <a:moveTo>
                    <a:pt x="f5" y="f5"/>
                  </a:moveTo>
                  <a:lnTo>
                    <a:pt x="f6" y="f5"/>
                  </a:lnTo>
                  <a:lnTo>
                    <a:pt x="f8" y="f9"/>
                  </a:lnTo>
                  <a:lnTo>
                    <a:pt x="f10" y="f7"/>
                  </a:lnTo>
                  <a:lnTo>
                    <a:pt x="f5" y="f1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B2C81A4F-0C0B-30CE-E859-9F367FC9AB78}"/>
                </a:ext>
              </a:extLst>
            </p:cNvPr>
            <p:cNvSpPr/>
            <p:nvPr/>
          </p:nvSpPr>
          <p:spPr>
            <a:xfrm>
              <a:off x="1610386" y="351934"/>
              <a:ext cx="1331055" cy="1502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87647"/>
                <a:gd name="f7" fmla="val 5032188"/>
                <a:gd name="f8" fmla="val 2187388"/>
                <a:gd name="f9" fmla="val 4386729"/>
                <a:gd name="f10" fmla="val 1261035"/>
                <a:gd name="f11" fmla="val 4390713"/>
                <a:gd name="f12" fmla="val 2103718"/>
                <a:gd name="f13" fmla="val 4380208"/>
                <a:gd name="f14" fmla="val 2940604"/>
                <a:gd name="f15" fmla="val 4384192"/>
                <a:gd name="f16" fmla="val 3783287"/>
                <a:gd name="f17" fmla="val 2193365"/>
                <a:gd name="f18" fmla="val 3783106"/>
                <a:gd name="f19" fmla="val 1267012"/>
                <a:gd name="f20" fmla="+- 0 0 -90"/>
                <a:gd name="f21" fmla="*/ f3 1 4387647"/>
                <a:gd name="f22" fmla="*/ f4 1 5032188"/>
                <a:gd name="f23" fmla="+- f7 0 f5"/>
                <a:gd name="f24" fmla="+- f6 0 f5"/>
                <a:gd name="f25" fmla="*/ f20 f0 1"/>
                <a:gd name="f26" fmla="*/ f24 1 4387647"/>
                <a:gd name="f27" fmla="*/ f23 1 5032188"/>
                <a:gd name="f28" fmla="*/ 0 f23 1"/>
                <a:gd name="f29" fmla="*/ 1261035 f23 1"/>
                <a:gd name="f30" fmla="*/ 5032188 f23 1"/>
                <a:gd name="f31" fmla="*/ 3783106 f23 1"/>
                <a:gd name="f32" fmla="*/ 1267012 f23 1"/>
                <a:gd name="f33" fmla="*/ 2187388 f24 1"/>
                <a:gd name="f34" fmla="*/ 4386729 f24 1"/>
                <a:gd name="f35" fmla="*/ 4384192 f24 1"/>
                <a:gd name="f36" fmla="*/ 3783287 f23 1"/>
                <a:gd name="f37" fmla="*/ 2193365 f24 1"/>
                <a:gd name="f38" fmla="*/ 0 f24 1"/>
                <a:gd name="f39" fmla="*/ f25 1 f2"/>
                <a:gd name="f40" fmla="*/ f28 1 5032188"/>
                <a:gd name="f41" fmla="*/ f29 1 5032188"/>
                <a:gd name="f42" fmla="*/ f30 1 5032188"/>
                <a:gd name="f43" fmla="*/ f31 1 5032188"/>
                <a:gd name="f44" fmla="*/ f32 1 5032188"/>
                <a:gd name="f45" fmla="*/ f33 1 4387647"/>
                <a:gd name="f46" fmla="*/ f34 1 4387647"/>
                <a:gd name="f47" fmla="*/ f35 1 4387647"/>
                <a:gd name="f48" fmla="*/ f36 1 5032188"/>
                <a:gd name="f49" fmla="*/ f37 1 4387647"/>
                <a:gd name="f50" fmla="*/ f38 1 4387647"/>
                <a:gd name="f51" fmla="*/ f5 1 f26"/>
                <a:gd name="f52" fmla="*/ f6 1 f26"/>
                <a:gd name="f53" fmla="*/ f5 1 f27"/>
                <a:gd name="f54" fmla="*/ f7 1 f27"/>
                <a:gd name="f55" fmla="+- f39 0 f1"/>
                <a:gd name="f56" fmla="*/ f45 1 f26"/>
                <a:gd name="f57" fmla="*/ f40 1 f27"/>
                <a:gd name="f58" fmla="*/ f46 1 f26"/>
                <a:gd name="f59" fmla="*/ f41 1 f27"/>
                <a:gd name="f60" fmla="*/ f47 1 f26"/>
                <a:gd name="f61" fmla="*/ f48 1 f27"/>
                <a:gd name="f62" fmla="*/ f49 1 f26"/>
                <a:gd name="f63" fmla="*/ f42 1 f27"/>
                <a:gd name="f64" fmla="*/ f50 1 f26"/>
                <a:gd name="f65" fmla="*/ f43 1 f27"/>
                <a:gd name="f66" fmla="*/ f44 1 f27"/>
                <a:gd name="f67" fmla="*/ f51 f21 1"/>
                <a:gd name="f68" fmla="*/ f52 f21 1"/>
                <a:gd name="f69" fmla="*/ f54 f22 1"/>
                <a:gd name="f70" fmla="*/ f53 f22 1"/>
                <a:gd name="f71" fmla="*/ f56 f21 1"/>
                <a:gd name="f72" fmla="*/ f57 f22 1"/>
                <a:gd name="f73" fmla="*/ f58 f21 1"/>
                <a:gd name="f74" fmla="*/ f59 f22 1"/>
                <a:gd name="f75" fmla="*/ f60 f21 1"/>
                <a:gd name="f76" fmla="*/ f61 f22 1"/>
                <a:gd name="f77" fmla="*/ f62 f21 1"/>
                <a:gd name="f78" fmla="*/ f63 f22 1"/>
                <a:gd name="f79" fmla="*/ f64 f21 1"/>
                <a:gd name="f80" fmla="*/ f65 f22 1"/>
                <a:gd name="f81" fmla="*/ f66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1" y="f72"/>
                </a:cxn>
                <a:cxn ang="f55">
                  <a:pos x="f73" y="f74"/>
                </a:cxn>
                <a:cxn ang="f55">
                  <a:pos x="f75" y="f76"/>
                </a:cxn>
                <a:cxn ang="f55">
                  <a:pos x="f77" y="f78"/>
                </a:cxn>
                <a:cxn ang="f55">
                  <a:pos x="f79" y="f80"/>
                </a:cxn>
                <a:cxn ang="f55">
                  <a:pos x="f79" y="f81"/>
                </a:cxn>
                <a:cxn ang="f55">
                  <a:pos x="f71" y="f72"/>
                </a:cxn>
              </a:cxnLst>
              <a:rect l="f67" t="f70" r="f68" b="f69"/>
              <a:pathLst>
                <a:path w="4387647" h="5032188">
                  <a:moveTo>
                    <a:pt x="f8" y="f5"/>
                  </a:moveTo>
                  <a:lnTo>
                    <a:pt x="f9" y="f10"/>
                  </a:lnTo>
                  <a:cubicBezTo>
                    <a:pt x="f11" y="f12"/>
                    <a:pt x="f13" y="f14"/>
                    <a:pt x="f15" y="f16"/>
                  </a:cubicBezTo>
                  <a:lnTo>
                    <a:pt x="f17" y="f7"/>
                  </a:lnTo>
                  <a:lnTo>
                    <a:pt x="f5" y="f18"/>
                  </a:lnTo>
                  <a:lnTo>
                    <a:pt x="f5" y="f19"/>
                  </a:lnTo>
                  <a:lnTo>
                    <a:pt x="f8" y="f5"/>
                  </a:lnTo>
                  <a:close/>
                </a:path>
              </a:pathLst>
            </a:custGeom>
            <a:noFill/>
            <a:ln w="19046" cap="flat">
              <a:solidFill>
                <a:srgbClr val="AFABAB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C86B7951-D419-77BC-16D5-FEB4115F0433}"/>
                </a:ext>
              </a:extLst>
            </p:cNvPr>
            <p:cNvSpPr/>
            <p:nvPr/>
          </p:nvSpPr>
          <p:spPr>
            <a:xfrm>
              <a:off x="879762" y="0"/>
              <a:ext cx="1330250" cy="6031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11968"/>
                <a:gd name="f7" fmla="val 866964"/>
                <a:gd name="f8" fmla="val 1911621"/>
                <a:gd name="f9" fmla="val 335832"/>
                <a:gd name="f10" fmla="val 956364"/>
                <a:gd name="f11" fmla="val 335755"/>
                <a:gd name="f12" fmla="+- 0 0 -90"/>
                <a:gd name="f13" fmla="*/ f3 1 1911968"/>
                <a:gd name="f14" fmla="*/ f4 1 866964"/>
                <a:gd name="f15" fmla="+- f7 0 f5"/>
                <a:gd name="f16" fmla="+- f6 0 f5"/>
                <a:gd name="f17" fmla="*/ f12 f0 1"/>
                <a:gd name="f18" fmla="*/ f16 1 1911968"/>
                <a:gd name="f19" fmla="*/ f15 1 866964"/>
                <a:gd name="f20" fmla="*/ 0 f16 1"/>
                <a:gd name="f21" fmla="*/ 0 f15 1"/>
                <a:gd name="f22" fmla="*/ 1911968 f16 1"/>
                <a:gd name="f23" fmla="*/ 1911621 f16 1"/>
                <a:gd name="f24" fmla="*/ 335832 f15 1"/>
                <a:gd name="f25" fmla="*/ 956364 f16 1"/>
                <a:gd name="f26" fmla="*/ 866964 f15 1"/>
                <a:gd name="f27" fmla="*/ 335755 f15 1"/>
                <a:gd name="f28" fmla="*/ f17 1 f2"/>
                <a:gd name="f29" fmla="*/ f20 1 1911968"/>
                <a:gd name="f30" fmla="*/ f21 1 866964"/>
                <a:gd name="f31" fmla="*/ f22 1 1911968"/>
                <a:gd name="f32" fmla="*/ f23 1 1911968"/>
                <a:gd name="f33" fmla="*/ f24 1 866964"/>
                <a:gd name="f34" fmla="*/ f25 1 1911968"/>
                <a:gd name="f35" fmla="*/ f26 1 866964"/>
                <a:gd name="f36" fmla="*/ f27 1 866964"/>
                <a:gd name="f37" fmla="*/ f5 1 f18"/>
                <a:gd name="f38" fmla="*/ f6 1 f18"/>
                <a:gd name="f39" fmla="*/ f5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8"/>
                <a:gd name="f46" fmla="*/ f33 1 f19"/>
                <a:gd name="f47" fmla="*/ f34 1 f18"/>
                <a:gd name="f48" fmla="*/ f35 1 f19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3 1"/>
                <a:gd name="f58" fmla="*/ f46 f14 1"/>
                <a:gd name="f59" fmla="*/ f47 f13 1"/>
                <a:gd name="f60" fmla="*/ f48 f14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5"/>
                </a:cxn>
                <a:cxn ang="f41">
                  <a:pos x="f57" y="f58"/>
                </a:cxn>
                <a:cxn ang="f41">
                  <a:pos x="f59" y="f60"/>
                </a:cxn>
                <a:cxn ang="f41">
                  <a:pos x="f54" y="f61"/>
                </a:cxn>
              </a:cxnLst>
              <a:rect l="f50" t="f53" r="f51" b="f52"/>
              <a:pathLst>
                <a:path w="1911968" h="866964">
                  <a:moveTo>
                    <a:pt x="f5" y="f5"/>
                  </a:moveTo>
                  <a:lnTo>
                    <a:pt x="f6" y="f5"/>
                  </a:lnTo>
                  <a:lnTo>
                    <a:pt x="f8" y="f9"/>
                  </a:lnTo>
                  <a:lnTo>
                    <a:pt x="f10" y="f7"/>
                  </a:lnTo>
                  <a:lnTo>
                    <a:pt x="f5" y="f11"/>
                  </a:lnTo>
                  <a:close/>
                </a:path>
              </a:pathLst>
            </a:custGeom>
            <a:solidFill>
              <a:srgbClr val="8FAAD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37435887-1923-0CA8-6DED-70CA34E11616}"/>
                </a:ext>
              </a:extLst>
            </p:cNvPr>
            <p:cNvSpPr/>
            <p:nvPr/>
          </p:nvSpPr>
          <p:spPr>
            <a:xfrm>
              <a:off x="2336511" y="-10378"/>
              <a:ext cx="1330250" cy="6031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11968"/>
                <a:gd name="f7" fmla="val 866964"/>
                <a:gd name="f8" fmla="val 1911621"/>
                <a:gd name="f9" fmla="val 335832"/>
                <a:gd name="f10" fmla="val 956364"/>
                <a:gd name="f11" fmla="val 335755"/>
                <a:gd name="f12" fmla="+- 0 0 -90"/>
                <a:gd name="f13" fmla="*/ f3 1 1911968"/>
                <a:gd name="f14" fmla="*/ f4 1 866964"/>
                <a:gd name="f15" fmla="+- f7 0 f5"/>
                <a:gd name="f16" fmla="+- f6 0 f5"/>
                <a:gd name="f17" fmla="*/ f12 f0 1"/>
                <a:gd name="f18" fmla="*/ f16 1 1911968"/>
                <a:gd name="f19" fmla="*/ f15 1 866964"/>
                <a:gd name="f20" fmla="*/ 0 f16 1"/>
                <a:gd name="f21" fmla="*/ 0 f15 1"/>
                <a:gd name="f22" fmla="*/ 1911968 f16 1"/>
                <a:gd name="f23" fmla="*/ 1911621 f16 1"/>
                <a:gd name="f24" fmla="*/ 335832 f15 1"/>
                <a:gd name="f25" fmla="*/ 956364 f16 1"/>
                <a:gd name="f26" fmla="*/ 866964 f15 1"/>
                <a:gd name="f27" fmla="*/ 335755 f15 1"/>
                <a:gd name="f28" fmla="*/ f17 1 f2"/>
                <a:gd name="f29" fmla="*/ f20 1 1911968"/>
                <a:gd name="f30" fmla="*/ f21 1 866964"/>
                <a:gd name="f31" fmla="*/ f22 1 1911968"/>
                <a:gd name="f32" fmla="*/ f23 1 1911968"/>
                <a:gd name="f33" fmla="*/ f24 1 866964"/>
                <a:gd name="f34" fmla="*/ f25 1 1911968"/>
                <a:gd name="f35" fmla="*/ f26 1 866964"/>
                <a:gd name="f36" fmla="*/ f27 1 866964"/>
                <a:gd name="f37" fmla="*/ f5 1 f18"/>
                <a:gd name="f38" fmla="*/ f6 1 f18"/>
                <a:gd name="f39" fmla="*/ f5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8"/>
                <a:gd name="f46" fmla="*/ f33 1 f19"/>
                <a:gd name="f47" fmla="*/ f34 1 f18"/>
                <a:gd name="f48" fmla="*/ f35 1 f19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3 1"/>
                <a:gd name="f58" fmla="*/ f46 f14 1"/>
                <a:gd name="f59" fmla="*/ f47 f13 1"/>
                <a:gd name="f60" fmla="*/ f48 f14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5"/>
                </a:cxn>
                <a:cxn ang="f41">
                  <a:pos x="f57" y="f58"/>
                </a:cxn>
                <a:cxn ang="f41">
                  <a:pos x="f59" y="f60"/>
                </a:cxn>
                <a:cxn ang="f41">
                  <a:pos x="f54" y="f61"/>
                </a:cxn>
              </a:cxnLst>
              <a:rect l="f50" t="f53" r="f51" b="f52"/>
              <a:pathLst>
                <a:path w="1911968" h="866964">
                  <a:moveTo>
                    <a:pt x="f5" y="f5"/>
                  </a:moveTo>
                  <a:lnTo>
                    <a:pt x="f6" y="f5"/>
                  </a:lnTo>
                  <a:lnTo>
                    <a:pt x="f8" y="f9"/>
                  </a:lnTo>
                  <a:lnTo>
                    <a:pt x="f10" y="f7"/>
                  </a:lnTo>
                  <a:lnTo>
                    <a:pt x="f5" y="f11"/>
                  </a:lnTo>
                  <a:close/>
                </a:path>
              </a:pathLst>
            </a:custGeom>
            <a:noFill/>
            <a:ln w="19046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4BF4421F-CC87-B980-642A-8859D04B6DEF}"/>
                </a:ext>
              </a:extLst>
            </p:cNvPr>
            <p:cNvSpPr/>
            <p:nvPr/>
          </p:nvSpPr>
          <p:spPr>
            <a:xfrm>
              <a:off x="8160087" y="-10378"/>
              <a:ext cx="1330250" cy="6031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11968"/>
                <a:gd name="f7" fmla="val 866964"/>
                <a:gd name="f8" fmla="val 1911621"/>
                <a:gd name="f9" fmla="val 335832"/>
                <a:gd name="f10" fmla="val 956364"/>
                <a:gd name="f11" fmla="val 335755"/>
                <a:gd name="f12" fmla="+- 0 0 -90"/>
                <a:gd name="f13" fmla="*/ f3 1 1911968"/>
                <a:gd name="f14" fmla="*/ f4 1 866964"/>
                <a:gd name="f15" fmla="+- f7 0 f5"/>
                <a:gd name="f16" fmla="+- f6 0 f5"/>
                <a:gd name="f17" fmla="*/ f12 f0 1"/>
                <a:gd name="f18" fmla="*/ f16 1 1911968"/>
                <a:gd name="f19" fmla="*/ f15 1 866964"/>
                <a:gd name="f20" fmla="*/ 0 f16 1"/>
                <a:gd name="f21" fmla="*/ 0 f15 1"/>
                <a:gd name="f22" fmla="*/ 1911968 f16 1"/>
                <a:gd name="f23" fmla="*/ 1911621 f16 1"/>
                <a:gd name="f24" fmla="*/ 335832 f15 1"/>
                <a:gd name="f25" fmla="*/ 956364 f16 1"/>
                <a:gd name="f26" fmla="*/ 866964 f15 1"/>
                <a:gd name="f27" fmla="*/ 335755 f15 1"/>
                <a:gd name="f28" fmla="*/ f17 1 f2"/>
                <a:gd name="f29" fmla="*/ f20 1 1911968"/>
                <a:gd name="f30" fmla="*/ f21 1 866964"/>
                <a:gd name="f31" fmla="*/ f22 1 1911968"/>
                <a:gd name="f32" fmla="*/ f23 1 1911968"/>
                <a:gd name="f33" fmla="*/ f24 1 866964"/>
                <a:gd name="f34" fmla="*/ f25 1 1911968"/>
                <a:gd name="f35" fmla="*/ f26 1 866964"/>
                <a:gd name="f36" fmla="*/ f27 1 866964"/>
                <a:gd name="f37" fmla="*/ f5 1 f18"/>
                <a:gd name="f38" fmla="*/ f6 1 f18"/>
                <a:gd name="f39" fmla="*/ f5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8"/>
                <a:gd name="f46" fmla="*/ f33 1 f19"/>
                <a:gd name="f47" fmla="*/ f34 1 f18"/>
                <a:gd name="f48" fmla="*/ f35 1 f19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3 1"/>
                <a:gd name="f58" fmla="*/ f46 f14 1"/>
                <a:gd name="f59" fmla="*/ f47 f13 1"/>
                <a:gd name="f60" fmla="*/ f48 f14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5"/>
                </a:cxn>
                <a:cxn ang="f41">
                  <a:pos x="f57" y="f58"/>
                </a:cxn>
                <a:cxn ang="f41">
                  <a:pos x="f59" y="f60"/>
                </a:cxn>
                <a:cxn ang="f41">
                  <a:pos x="f54" y="f61"/>
                </a:cxn>
              </a:cxnLst>
              <a:rect l="f50" t="f53" r="f51" b="f52"/>
              <a:pathLst>
                <a:path w="1911968" h="866964">
                  <a:moveTo>
                    <a:pt x="f5" y="f5"/>
                  </a:moveTo>
                  <a:lnTo>
                    <a:pt x="f6" y="f5"/>
                  </a:lnTo>
                  <a:lnTo>
                    <a:pt x="f8" y="f9"/>
                  </a:lnTo>
                  <a:lnTo>
                    <a:pt x="f10" y="f7"/>
                  </a:lnTo>
                  <a:lnTo>
                    <a:pt x="f5" y="f11"/>
                  </a:lnTo>
                  <a:close/>
                </a:path>
              </a:pathLst>
            </a:custGeom>
            <a:noFill/>
            <a:ln w="19046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40161B3B-3F73-FFE5-7AF7-CE1497DBE98E}"/>
                </a:ext>
              </a:extLst>
            </p:cNvPr>
            <p:cNvSpPr/>
            <p:nvPr/>
          </p:nvSpPr>
          <p:spPr>
            <a:xfrm>
              <a:off x="9615217" y="0"/>
              <a:ext cx="1330250" cy="6031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11968"/>
                <a:gd name="f7" fmla="val 866964"/>
                <a:gd name="f8" fmla="val 1911621"/>
                <a:gd name="f9" fmla="val 335832"/>
                <a:gd name="f10" fmla="val 956364"/>
                <a:gd name="f11" fmla="val 335755"/>
                <a:gd name="f12" fmla="+- 0 0 -90"/>
                <a:gd name="f13" fmla="*/ f3 1 1911968"/>
                <a:gd name="f14" fmla="*/ f4 1 866964"/>
                <a:gd name="f15" fmla="+- f7 0 f5"/>
                <a:gd name="f16" fmla="+- f6 0 f5"/>
                <a:gd name="f17" fmla="*/ f12 f0 1"/>
                <a:gd name="f18" fmla="*/ f16 1 1911968"/>
                <a:gd name="f19" fmla="*/ f15 1 866964"/>
                <a:gd name="f20" fmla="*/ 0 f16 1"/>
                <a:gd name="f21" fmla="*/ 0 f15 1"/>
                <a:gd name="f22" fmla="*/ 1911968 f16 1"/>
                <a:gd name="f23" fmla="*/ 1911621 f16 1"/>
                <a:gd name="f24" fmla="*/ 335832 f15 1"/>
                <a:gd name="f25" fmla="*/ 956364 f16 1"/>
                <a:gd name="f26" fmla="*/ 866964 f15 1"/>
                <a:gd name="f27" fmla="*/ 335755 f15 1"/>
                <a:gd name="f28" fmla="*/ f17 1 f2"/>
                <a:gd name="f29" fmla="*/ f20 1 1911968"/>
                <a:gd name="f30" fmla="*/ f21 1 866964"/>
                <a:gd name="f31" fmla="*/ f22 1 1911968"/>
                <a:gd name="f32" fmla="*/ f23 1 1911968"/>
                <a:gd name="f33" fmla="*/ f24 1 866964"/>
                <a:gd name="f34" fmla="*/ f25 1 1911968"/>
                <a:gd name="f35" fmla="*/ f26 1 866964"/>
                <a:gd name="f36" fmla="*/ f27 1 866964"/>
                <a:gd name="f37" fmla="*/ f5 1 f18"/>
                <a:gd name="f38" fmla="*/ f6 1 f18"/>
                <a:gd name="f39" fmla="*/ f5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8"/>
                <a:gd name="f46" fmla="*/ f33 1 f19"/>
                <a:gd name="f47" fmla="*/ f34 1 f18"/>
                <a:gd name="f48" fmla="*/ f35 1 f19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3 1"/>
                <a:gd name="f58" fmla="*/ f46 f14 1"/>
                <a:gd name="f59" fmla="*/ f47 f13 1"/>
                <a:gd name="f60" fmla="*/ f48 f14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5"/>
                </a:cxn>
                <a:cxn ang="f41">
                  <a:pos x="f57" y="f58"/>
                </a:cxn>
                <a:cxn ang="f41">
                  <a:pos x="f59" y="f60"/>
                </a:cxn>
                <a:cxn ang="f41">
                  <a:pos x="f54" y="f61"/>
                </a:cxn>
              </a:cxnLst>
              <a:rect l="f50" t="f53" r="f51" b="f52"/>
              <a:pathLst>
                <a:path w="1911968" h="866964">
                  <a:moveTo>
                    <a:pt x="f5" y="f5"/>
                  </a:moveTo>
                  <a:lnTo>
                    <a:pt x="f6" y="f5"/>
                  </a:lnTo>
                  <a:lnTo>
                    <a:pt x="f8" y="f9"/>
                  </a:lnTo>
                  <a:lnTo>
                    <a:pt x="f10" y="f7"/>
                  </a:lnTo>
                  <a:lnTo>
                    <a:pt x="f5" y="f11"/>
                  </a:lnTo>
                  <a:close/>
                </a:path>
              </a:pathLst>
            </a:custGeom>
            <a:solidFill>
              <a:srgbClr val="8FAAD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9FE476B-3AE4-8DE5-B6EB-A14E136B1337}"/>
                </a:ext>
              </a:extLst>
            </p:cNvPr>
            <p:cNvSpPr/>
            <p:nvPr/>
          </p:nvSpPr>
          <p:spPr>
            <a:xfrm>
              <a:off x="10342961" y="320524"/>
              <a:ext cx="1331055" cy="1502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387647"/>
                <a:gd name="f7" fmla="val 5032188"/>
                <a:gd name="f8" fmla="val 2187388"/>
                <a:gd name="f9" fmla="val 4386729"/>
                <a:gd name="f10" fmla="val 1261035"/>
                <a:gd name="f11" fmla="val 4390713"/>
                <a:gd name="f12" fmla="val 2103718"/>
                <a:gd name="f13" fmla="val 4380208"/>
                <a:gd name="f14" fmla="val 2940604"/>
                <a:gd name="f15" fmla="val 4384192"/>
                <a:gd name="f16" fmla="val 3783287"/>
                <a:gd name="f17" fmla="val 2193365"/>
                <a:gd name="f18" fmla="val 3783106"/>
                <a:gd name="f19" fmla="val 1267012"/>
                <a:gd name="f20" fmla="+- 0 0 -90"/>
                <a:gd name="f21" fmla="*/ f3 1 4387647"/>
                <a:gd name="f22" fmla="*/ f4 1 5032188"/>
                <a:gd name="f23" fmla="+- f7 0 f5"/>
                <a:gd name="f24" fmla="+- f6 0 f5"/>
                <a:gd name="f25" fmla="*/ f20 f0 1"/>
                <a:gd name="f26" fmla="*/ f24 1 4387647"/>
                <a:gd name="f27" fmla="*/ f23 1 5032188"/>
                <a:gd name="f28" fmla="*/ 0 f23 1"/>
                <a:gd name="f29" fmla="*/ 1261035 f23 1"/>
                <a:gd name="f30" fmla="*/ 5032188 f23 1"/>
                <a:gd name="f31" fmla="*/ 3783106 f23 1"/>
                <a:gd name="f32" fmla="*/ 1267012 f23 1"/>
                <a:gd name="f33" fmla="*/ 2187388 f24 1"/>
                <a:gd name="f34" fmla="*/ 4386729 f24 1"/>
                <a:gd name="f35" fmla="*/ 4384192 f24 1"/>
                <a:gd name="f36" fmla="*/ 3783287 f23 1"/>
                <a:gd name="f37" fmla="*/ 2193365 f24 1"/>
                <a:gd name="f38" fmla="*/ 0 f24 1"/>
                <a:gd name="f39" fmla="*/ f25 1 f2"/>
                <a:gd name="f40" fmla="*/ f28 1 5032188"/>
                <a:gd name="f41" fmla="*/ f29 1 5032188"/>
                <a:gd name="f42" fmla="*/ f30 1 5032188"/>
                <a:gd name="f43" fmla="*/ f31 1 5032188"/>
                <a:gd name="f44" fmla="*/ f32 1 5032188"/>
                <a:gd name="f45" fmla="*/ f33 1 4387647"/>
                <a:gd name="f46" fmla="*/ f34 1 4387647"/>
                <a:gd name="f47" fmla="*/ f35 1 4387647"/>
                <a:gd name="f48" fmla="*/ f36 1 5032188"/>
                <a:gd name="f49" fmla="*/ f37 1 4387647"/>
                <a:gd name="f50" fmla="*/ f38 1 4387647"/>
                <a:gd name="f51" fmla="*/ f5 1 f26"/>
                <a:gd name="f52" fmla="*/ f6 1 f26"/>
                <a:gd name="f53" fmla="*/ f5 1 f27"/>
                <a:gd name="f54" fmla="*/ f7 1 f27"/>
                <a:gd name="f55" fmla="+- f39 0 f1"/>
                <a:gd name="f56" fmla="*/ f45 1 f26"/>
                <a:gd name="f57" fmla="*/ f40 1 f27"/>
                <a:gd name="f58" fmla="*/ f46 1 f26"/>
                <a:gd name="f59" fmla="*/ f41 1 f27"/>
                <a:gd name="f60" fmla="*/ f47 1 f26"/>
                <a:gd name="f61" fmla="*/ f48 1 f27"/>
                <a:gd name="f62" fmla="*/ f49 1 f26"/>
                <a:gd name="f63" fmla="*/ f42 1 f27"/>
                <a:gd name="f64" fmla="*/ f50 1 f26"/>
                <a:gd name="f65" fmla="*/ f43 1 f27"/>
                <a:gd name="f66" fmla="*/ f44 1 f27"/>
                <a:gd name="f67" fmla="*/ f51 f21 1"/>
                <a:gd name="f68" fmla="*/ f52 f21 1"/>
                <a:gd name="f69" fmla="*/ f54 f22 1"/>
                <a:gd name="f70" fmla="*/ f53 f22 1"/>
                <a:gd name="f71" fmla="*/ f56 f21 1"/>
                <a:gd name="f72" fmla="*/ f57 f22 1"/>
                <a:gd name="f73" fmla="*/ f58 f21 1"/>
                <a:gd name="f74" fmla="*/ f59 f22 1"/>
                <a:gd name="f75" fmla="*/ f60 f21 1"/>
                <a:gd name="f76" fmla="*/ f61 f22 1"/>
                <a:gd name="f77" fmla="*/ f62 f21 1"/>
                <a:gd name="f78" fmla="*/ f63 f22 1"/>
                <a:gd name="f79" fmla="*/ f64 f21 1"/>
                <a:gd name="f80" fmla="*/ f65 f22 1"/>
                <a:gd name="f81" fmla="*/ f66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1" y="f72"/>
                </a:cxn>
                <a:cxn ang="f55">
                  <a:pos x="f73" y="f74"/>
                </a:cxn>
                <a:cxn ang="f55">
                  <a:pos x="f75" y="f76"/>
                </a:cxn>
                <a:cxn ang="f55">
                  <a:pos x="f77" y="f78"/>
                </a:cxn>
                <a:cxn ang="f55">
                  <a:pos x="f79" y="f80"/>
                </a:cxn>
                <a:cxn ang="f55">
                  <a:pos x="f79" y="f81"/>
                </a:cxn>
                <a:cxn ang="f55">
                  <a:pos x="f71" y="f72"/>
                </a:cxn>
              </a:cxnLst>
              <a:rect l="f67" t="f70" r="f68" b="f69"/>
              <a:pathLst>
                <a:path w="4387647" h="5032188">
                  <a:moveTo>
                    <a:pt x="f8" y="f5"/>
                  </a:moveTo>
                  <a:lnTo>
                    <a:pt x="f9" y="f10"/>
                  </a:lnTo>
                  <a:cubicBezTo>
                    <a:pt x="f11" y="f12"/>
                    <a:pt x="f13" y="f14"/>
                    <a:pt x="f15" y="f16"/>
                  </a:cubicBezTo>
                  <a:lnTo>
                    <a:pt x="f17" y="f7"/>
                  </a:lnTo>
                  <a:lnTo>
                    <a:pt x="f5" y="f18"/>
                  </a:lnTo>
                  <a:lnTo>
                    <a:pt x="f5" y="f19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334D6A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E47C6F44-7DE9-5086-D396-59A45968CA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B2DC05F-8770-E55E-A95B-D7AF8C0620E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CCDE42A-E029-1A7F-32E6-F81C873F3B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835A567-08EA-FF76-70F5-C201209DF3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F28966-151B-4FEF-A957-25E4640F1C73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460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preserve="1">
  <p:cSld name="Section break with image">
    <p:bg>
      <p:bgPr>
        <a:solidFill>
          <a:srgbClr val="0F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B0F201C-24CA-E33A-3297-94F336164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pic>
        <p:nvPicPr>
          <p:cNvPr id="3" name="Picture Placeholder 31">
            <a:extLst>
              <a:ext uri="{FF2B5EF4-FFF2-40B4-BE49-F238E27FC236}">
                <a16:creationId xmlns:a16="http://schemas.microsoft.com/office/drawing/2014/main" id="{412F2163-B569-929B-500A-EA737D914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.554%" b="2.554%"/>
          <a:stretch>
            <a:fillRect/>
          </a:stretch>
        </p:blipFill>
        <p:spPr>
          <a:xfrm>
            <a:off x="6504264" y="3029078"/>
            <a:ext cx="1570619" cy="1796823"/>
          </a:xfrm>
          <a:prstGeom prst="rect">
            <a:avLst/>
          </a:prstGeom>
          <a:solidFill>
            <a:srgbClr val="44668D">
              <a:alpha val="30%"/>
            </a:srgbClr>
          </a:solidFill>
          <a:ln cap="flat">
            <a:noFill/>
          </a:ln>
        </p:spPr>
      </p:pic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C239DF49-8EFE-52B9-DFFC-C04CE294161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493160" y="529144"/>
            <a:ext cx="4248869" cy="4731133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lang="en-US"/>
            </a:lvl1pPr>
          </a:lstStyle>
          <a:p>
            <a:pPr lvl="0"/>
            <a:r>
              <a:rPr lang="en-US"/>
              <a:t>Click icon to add picture≈≈</a:t>
            </a:r>
          </a:p>
        </p:txBody>
      </p:sp>
      <p:sp>
        <p:nvSpPr>
          <p:cNvPr id="5" name="Content placeholder 47" descr="Click icon to add picture">
            <a:extLst>
              <a:ext uri="{FF2B5EF4-FFF2-40B4-BE49-F238E27FC236}">
                <a16:creationId xmlns:a16="http://schemas.microsoft.com/office/drawing/2014/main" id="{DECC5948-6FB8-8C1B-D165-BE4FD983997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61872" y="2240279"/>
            <a:ext cx="5029200" cy="760287"/>
          </a:xfrm>
        </p:spPr>
        <p:txBody>
          <a:bodyPr anchor="b"/>
          <a:lstStyle>
            <a:lvl1pPr marL="0" indent="0">
              <a:lnSpc>
                <a:spcPct val="100%"/>
              </a:lnSpc>
              <a:buNone/>
              <a:defRPr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Freeform: Shape 25">
            <a:extLst>
              <a:ext uri="{FF2B5EF4-FFF2-40B4-BE49-F238E27FC236}">
                <a16:creationId xmlns:a16="http://schemas.microsoft.com/office/drawing/2014/main" id="{50DC5AD0-A46D-F35B-4BB1-0C6A6162DB0C}"/>
              </a:ext>
            </a:extLst>
          </p:cNvPr>
          <p:cNvSpPr/>
          <p:nvPr/>
        </p:nvSpPr>
        <p:spPr>
          <a:xfrm flipH="1">
            <a:off x="7400970" y="4594439"/>
            <a:ext cx="1347679" cy="15811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B8390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1129EAA-0361-64FA-AA4F-C400363F6416}"/>
              </a:ext>
            </a:extLst>
          </p:cNvPr>
          <p:cNvSpPr/>
          <p:nvPr/>
        </p:nvSpPr>
        <p:spPr>
          <a:xfrm>
            <a:off x="6521016" y="4772902"/>
            <a:ext cx="663378" cy="7589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98682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94698"/>
              <a:gd name="f14" fmla="val 2946400"/>
              <a:gd name="f15" fmla="val 3789083"/>
              <a:gd name="f16" fmla="val 2193365"/>
              <a:gd name="f17" fmla="val 3783106"/>
              <a:gd name="f18" fmla="val 1267012"/>
              <a:gd name="f19" fmla="+- 0 0 -90"/>
              <a:gd name="f20" fmla="*/ f3 1 4398682"/>
              <a:gd name="f21" fmla="*/ f4 1 5032188"/>
              <a:gd name="f22" fmla="+- f7 0 f5"/>
              <a:gd name="f23" fmla="+- f6 0 f5"/>
              <a:gd name="f24" fmla="*/ f19 f0 1"/>
              <a:gd name="f25" fmla="*/ f23 1 4398682"/>
              <a:gd name="f26" fmla="*/ f22 1 5032188"/>
              <a:gd name="f27" fmla="*/ 2187388 f23 1"/>
              <a:gd name="f28" fmla="*/ 0 f22 1"/>
              <a:gd name="f29" fmla="*/ 4386729 f23 1"/>
              <a:gd name="f30" fmla="*/ 1261035 f22 1"/>
              <a:gd name="f31" fmla="*/ 4398682 f23 1"/>
              <a:gd name="f32" fmla="*/ 3789083 f22 1"/>
              <a:gd name="f33" fmla="*/ 2193365 f23 1"/>
              <a:gd name="f34" fmla="*/ 5032188 f22 1"/>
              <a:gd name="f35" fmla="*/ 0 f23 1"/>
              <a:gd name="f36" fmla="*/ 3783106 f22 1"/>
              <a:gd name="f37" fmla="*/ 1267012 f22 1"/>
              <a:gd name="f38" fmla="*/ f24 1 f2"/>
              <a:gd name="f39" fmla="*/ f27 1 4398682"/>
              <a:gd name="f40" fmla="*/ f28 1 5032188"/>
              <a:gd name="f41" fmla="*/ f29 1 4398682"/>
              <a:gd name="f42" fmla="*/ f30 1 5032188"/>
              <a:gd name="f43" fmla="*/ f31 1 4398682"/>
              <a:gd name="f44" fmla="*/ f32 1 5032188"/>
              <a:gd name="f45" fmla="*/ f33 1 4398682"/>
              <a:gd name="f46" fmla="*/ f34 1 5032188"/>
              <a:gd name="f47" fmla="*/ f35 1 4398682"/>
              <a:gd name="f48" fmla="*/ f36 1 5032188"/>
              <a:gd name="f49" fmla="*/ f37 1 5032188"/>
              <a:gd name="f50" fmla="*/ f5 1 f25"/>
              <a:gd name="f51" fmla="*/ f6 1 f25"/>
              <a:gd name="f52" fmla="*/ f5 1 f26"/>
              <a:gd name="f53" fmla="*/ f7 1 f26"/>
              <a:gd name="f54" fmla="+- f38 0 f1"/>
              <a:gd name="f55" fmla="*/ f39 1 f25"/>
              <a:gd name="f56" fmla="*/ f40 1 f26"/>
              <a:gd name="f57" fmla="*/ f41 1 f25"/>
              <a:gd name="f58" fmla="*/ f42 1 f26"/>
              <a:gd name="f59" fmla="*/ f43 1 f25"/>
              <a:gd name="f60" fmla="*/ f44 1 f26"/>
              <a:gd name="f61" fmla="*/ f45 1 f25"/>
              <a:gd name="f62" fmla="*/ f46 1 f26"/>
              <a:gd name="f63" fmla="*/ f47 1 f25"/>
              <a:gd name="f64" fmla="*/ f48 1 f26"/>
              <a:gd name="f65" fmla="*/ f49 1 f26"/>
              <a:gd name="f66" fmla="*/ f50 f20 1"/>
              <a:gd name="f67" fmla="*/ f51 f20 1"/>
              <a:gd name="f68" fmla="*/ f53 f21 1"/>
              <a:gd name="f69" fmla="*/ f52 f21 1"/>
              <a:gd name="f70" fmla="*/ f55 f20 1"/>
              <a:gd name="f71" fmla="*/ f56 f21 1"/>
              <a:gd name="f72" fmla="*/ f57 f20 1"/>
              <a:gd name="f73" fmla="*/ f58 f21 1"/>
              <a:gd name="f74" fmla="*/ f59 f20 1"/>
              <a:gd name="f75" fmla="*/ f60 f21 1"/>
              <a:gd name="f76" fmla="*/ f61 f20 1"/>
              <a:gd name="f77" fmla="*/ f62 f21 1"/>
              <a:gd name="f78" fmla="*/ f63 f20 1"/>
              <a:gd name="f79" fmla="*/ f64 f21 1"/>
              <a:gd name="f80" fmla="*/ f65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4">
                <a:pos x="f70" y="f71"/>
              </a:cxn>
              <a:cxn ang="f54">
                <a:pos x="f72" y="f73"/>
              </a:cxn>
              <a:cxn ang="f54">
                <a:pos x="f74" y="f75"/>
              </a:cxn>
              <a:cxn ang="f54">
                <a:pos x="f76" y="f77"/>
              </a:cxn>
              <a:cxn ang="f54">
                <a:pos x="f78" y="f79"/>
              </a:cxn>
              <a:cxn ang="f54">
                <a:pos x="f78" y="f80"/>
              </a:cxn>
              <a:cxn ang="f54">
                <a:pos x="f70" y="f71"/>
              </a:cxn>
            </a:cxnLst>
            <a:rect l="f66" t="f69" r="f67" b="f68"/>
            <a:pathLst>
              <a:path w="4398682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6" y="f15"/>
                </a:cubicBezTo>
                <a:lnTo>
                  <a:pt x="f16" y="f7"/>
                </a:lnTo>
                <a:lnTo>
                  <a:pt x="f5" y="f17"/>
                </a:lnTo>
                <a:lnTo>
                  <a:pt x="f5" y="f18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0" cap="none" spc="0" baseline="0%">
              <a:solidFill>
                <a:srgbClr val="FFFFFF"/>
              </a:solidFill>
              <a:uFillTx/>
              <a:latin typeface="Posterama Text SemiBold"/>
            </a:endParaRP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66DDB4FD-140E-3F2E-D37A-1E10F6A3F227}"/>
              </a:ext>
            </a:extLst>
          </p:cNvPr>
          <p:cNvCxnSpPr/>
          <p:nvPr/>
        </p:nvCxnSpPr>
        <p:spPr>
          <a:xfrm>
            <a:off x="1142661" y="2282891"/>
            <a:ext cx="0" cy="760287"/>
          </a:xfrm>
          <a:prstGeom prst="straightConnector1">
            <a:avLst/>
          </a:prstGeom>
          <a:noFill/>
          <a:ln w="19046" cap="flat">
            <a:solidFill>
              <a:srgbClr val="D844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096880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preserve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4">
            <a:extLst>
              <a:ext uri="{FF2B5EF4-FFF2-40B4-BE49-F238E27FC236}">
                <a16:creationId xmlns:a16="http://schemas.microsoft.com/office/drawing/2014/main" id="{E2D6E317-B36E-0CE0-4C4B-6D4ED1F66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A17AE-12D9-D237-E77C-DDA11EB0B0B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852160" y="731520"/>
            <a:ext cx="5486400" cy="173736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9A7344-9B1B-7AD7-79F0-577271FB3EC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2743200"/>
            <a:ext cx="8348471" cy="337413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Freeform: Shape 5">
            <a:extLst>
              <a:ext uri="{FF2B5EF4-FFF2-40B4-BE49-F238E27FC236}">
                <a16:creationId xmlns:a16="http://schemas.microsoft.com/office/drawing/2014/main" id="{99E22964-9471-748A-2A62-3E7F57AC8D1D}"/>
              </a:ext>
            </a:extLst>
          </p:cNvPr>
          <p:cNvSpPr/>
          <p:nvPr/>
        </p:nvSpPr>
        <p:spPr>
          <a:xfrm>
            <a:off x="10551279" y="4665387"/>
            <a:ext cx="603952" cy="6817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AEC1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D202B306-883F-20E8-1C17-D8FB8BAA570E}"/>
              </a:ext>
            </a:extLst>
          </p:cNvPr>
          <p:cNvSpPr/>
          <p:nvPr/>
        </p:nvSpPr>
        <p:spPr>
          <a:xfrm>
            <a:off x="10524771" y="5146142"/>
            <a:ext cx="1667225" cy="171185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667226"/>
              <a:gd name="f7" fmla="val 1711855"/>
              <a:gd name="f8" fmla="val 998834"/>
              <a:gd name="f9" fmla="val 373790"/>
              <a:gd name="f10" fmla="val 48502"/>
              <a:gd name="f11" fmla="val 1684915"/>
              <a:gd name="f12" fmla="val 564300"/>
              <a:gd name="f13" fmla="+- 0 0 -90"/>
              <a:gd name="f14" fmla="*/ f3 1 1667226"/>
              <a:gd name="f15" fmla="*/ f4 1 1711855"/>
              <a:gd name="f16" fmla="+- f7 0 f5"/>
              <a:gd name="f17" fmla="+- f6 0 f5"/>
              <a:gd name="f18" fmla="*/ f13 f0 1"/>
              <a:gd name="f19" fmla="*/ f17 1 1667226"/>
              <a:gd name="f20" fmla="*/ f16 1 1711855"/>
              <a:gd name="f21" fmla="*/ 998834 f17 1"/>
              <a:gd name="f22" fmla="*/ 0 f16 1"/>
              <a:gd name="f23" fmla="*/ 1667226 f17 1"/>
              <a:gd name="f24" fmla="*/ 373790 f16 1"/>
              <a:gd name="f25" fmla="*/ 1711855 f16 1"/>
              <a:gd name="f26" fmla="*/ 48502 f17 1"/>
              <a:gd name="f27" fmla="*/ 0 f17 1"/>
              <a:gd name="f28" fmla="*/ 1684915 f16 1"/>
              <a:gd name="f29" fmla="*/ 564300 f16 1"/>
              <a:gd name="f30" fmla="*/ f18 1 f2"/>
              <a:gd name="f31" fmla="*/ f21 1 1667226"/>
              <a:gd name="f32" fmla="*/ f22 1 1711855"/>
              <a:gd name="f33" fmla="*/ f23 1 1667226"/>
              <a:gd name="f34" fmla="*/ f24 1 1711855"/>
              <a:gd name="f35" fmla="*/ f25 1 1711855"/>
              <a:gd name="f36" fmla="*/ f26 1 1667226"/>
              <a:gd name="f37" fmla="*/ f27 1 1667226"/>
              <a:gd name="f38" fmla="*/ f28 1 1711855"/>
              <a:gd name="f39" fmla="*/ f29 1 1711855"/>
              <a:gd name="f40" fmla="*/ f5 1 f19"/>
              <a:gd name="f41" fmla="*/ f6 1 f19"/>
              <a:gd name="f42" fmla="*/ f5 1 f20"/>
              <a:gd name="f43" fmla="*/ f7 1 f20"/>
              <a:gd name="f44" fmla="+- f30 0 f1"/>
              <a:gd name="f45" fmla="*/ f31 1 f19"/>
              <a:gd name="f46" fmla="*/ f32 1 f20"/>
              <a:gd name="f47" fmla="*/ f33 1 f19"/>
              <a:gd name="f48" fmla="*/ f34 1 f20"/>
              <a:gd name="f49" fmla="*/ f35 1 f20"/>
              <a:gd name="f50" fmla="*/ f36 1 f19"/>
              <a:gd name="f51" fmla="*/ f37 1 f19"/>
              <a:gd name="f52" fmla="*/ f38 1 f20"/>
              <a:gd name="f53" fmla="*/ f39 1 f20"/>
              <a:gd name="f54" fmla="*/ f40 f14 1"/>
              <a:gd name="f55" fmla="*/ f41 f14 1"/>
              <a:gd name="f56" fmla="*/ f43 f15 1"/>
              <a:gd name="f57" fmla="*/ f42 f15 1"/>
              <a:gd name="f58" fmla="*/ f45 f14 1"/>
              <a:gd name="f59" fmla="*/ f46 f15 1"/>
              <a:gd name="f60" fmla="*/ f47 f14 1"/>
              <a:gd name="f61" fmla="*/ f48 f15 1"/>
              <a:gd name="f62" fmla="*/ f49 f15 1"/>
              <a:gd name="f63" fmla="*/ f50 f14 1"/>
              <a:gd name="f64" fmla="*/ f51 f14 1"/>
              <a:gd name="f65" fmla="*/ f52 f15 1"/>
              <a:gd name="f66" fmla="*/ f53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8" y="f59"/>
              </a:cxn>
              <a:cxn ang="f44">
                <a:pos x="f60" y="f61"/>
              </a:cxn>
              <a:cxn ang="f44">
                <a:pos x="f60" y="f62"/>
              </a:cxn>
              <a:cxn ang="f44">
                <a:pos x="f63" y="f62"/>
              </a:cxn>
              <a:cxn ang="f44">
                <a:pos x="f64" y="f65"/>
              </a:cxn>
              <a:cxn ang="f44">
                <a:pos x="f64" y="f66"/>
              </a:cxn>
            </a:cxnLst>
            <a:rect l="f54" t="f57" r="f55" b="f56"/>
            <a:pathLst>
              <a:path w="1667226" h="1711855">
                <a:moveTo>
                  <a:pt x="f8" y="f5"/>
                </a:moveTo>
                <a:lnTo>
                  <a:pt x="f6" y="f9"/>
                </a:lnTo>
                <a:lnTo>
                  <a:pt x="f6" y="f7"/>
                </a:lnTo>
                <a:lnTo>
                  <a:pt x="f10" y="f7"/>
                </a:lnTo>
                <a:lnTo>
                  <a:pt x="f5" y="f11"/>
                </a:lnTo>
                <a:lnTo>
                  <a:pt x="f5" y="f12"/>
                </a:lnTo>
                <a:close/>
              </a:path>
            </a:pathLst>
          </a:custGeom>
          <a:noFill/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30C7FC27-FAAF-278F-061D-C605F24DE49B}"/>
              </a:ext>
            </a:extLst>
          </p:cNvPr>
          <p:cNvSpPr/>
          <p:nvPr/>
        </p:nvSpPr>
        <p:spPr>
          <a:xfrm>
            <a:off x="10177281" y="5347127"/>
            <a:ext cx="748555" cy="85636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98682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94698"/>
              <a:gd name="f14" fmla="val 2946400"/>
              <a:gd name="f15" fmla="val 3789083"/>
              <a:gd name="f16" fmla="val 2193365"/>
              <a:gd name="f17" fmla="val 3783106"/>
              <a:gd name="f18" fmla="val 1267012"/>
              <a:gd name="f19" fmla="+- 0 0 -90"/>
              <a:gd name="f20" fmla="*/ f3 1 4398682"/>
              <a:gd name="f21" fmla="*/ f4 1 5032188"/>
              <a:gd name="f22" fmla="+- f7 0 f5"/>
              <a:gd name="f23" fmla="+- f6 0 f5"/>
              <a:gd name="f24" fmla="*/ f19 f0 1"/>
              <a:gd name="f25" fmla="*/ f23 1 4398682"/>
              <a:gd name="f26" fmla="*/ f22 1 5032188"/>
              <a:gd name="f27" fmla="*/ 2187388 f23 1"/>
              <a:gd name="f28" fmla="*/ 0 f22 1"/>
              <a:gd name="f29" fmla="*/ 4386729 f23 1"/>
              <a:gd name="f30" fmla="*/ 1261035 f22 1"/>
              <a:gd name="f31" fmla="*/ 4398682 f23 1"/>
              <a:gd name="f32" fmla="*/ 3789083 f22 1"/>
              <a:gd name="f33" fmla="*/ 2193365 f23 1"/>
              <a:gd name="f34" fmla="*/ 5032188 f22 1"/>
              <a:gd name="f35" fmla="*/ 0 f23 1"/>
              <a:gd name="f36" fmla="*/ 3783106 f22 1"/>
              <a:gd name="f37" fmla="*/ 1267012 f22 1"/>
              <a:gd name="f38" fmla="*/ f24 1 f2"/>
              <a:gd name="f39" fmla="*/ f27 1 4398682"/>
              <a:gd name="f40" fmla="*/ f28 1 5032188"/>
              <a:gd name="f41" fmla="*/ f29 1 4398682"/>
              <a:gd name="f42" fmla="*/ f30 1 5032188"/>
              <a:gd name="f43" fmla="*/ f31 1 4398682"/>
              <a:gd name="f44" fmla="*/ f32 1 5032188"/>
              <a:gd name="f45" fmla="*/ f33 1 4398682"/>
              <a:gd name="f46" fmla="*/ f34 1 5032188"/>
              <a:gd name="f47" fmla="*/ f35 1 4398682"/>
              <a:gd name="f48" fmla="*/ f36 1 5032188"/>
              <a:gd name="f49" fmla="*/ f37 1 5032188"/>
              <a:gd name="f50" fmla="*/ f5 1 f25"/>
              <a:gd name="f51" fmla="*/ f6 1 f25"/>
              <a:gd name="f52" fmla="*/ f5 1 f26"/>
              <a:gd name="f53" fmla="*/ f7 1 f26"/>
              <a:gd name="f54" fmla="+- f38 0 f1"/>
              <a:gd name="f55" fmla="*/ f39 1 f25"/>
              <a:gd name="f56" fmla="*/ f40 1 f26"/>
              <a:gd name="f57" fmla="*/ f41 1 f25"/>
              <a:gd name="f58" fmla="*/ f42 1 f26"/>
              <a:gd name="f59" fmla="*/ f43 1 f25"/>
              <a:gd name="f60" fmla="*/ f44 1 f26"/>
              <a:gd name="f61" fmla="*/ f45 1 f25"/>
              <a:gd name="f62" fmla="*/ f46 1 f26"/>
              <a:gd name="f63" fmla="*/ f47 1 f25"/>
              <a:gd name="f64" fmla="*/ f48 1 f26"/>
              <a:gd name="f65" fmla="*/ f49 1 f26"/>
              <a:gd name="f66" fmla="*/ f50 f20 1"/>
              <a:gd name="f67" fmla="*/ f51 f20 1"/>
              <a:gd name="f68" fmla="*/ f53 f21 1"/>
              <a:gd name="f69" fmla="*/ f52 f21 1"/>
              <a:gd name="f70" fmla="*/ f55 f20 1"/>
              <a:gd name="f71" fmla="*/ f56 f21 1"/>
              <a:gd name="f72" fmla="*/ f57 f20 1"/>
              <a:gd name="f73" fmla="*/ f58 f21 1"/>
              <a:gd name="f74" fmla="*/ f59 f20 1"/>
              <a:gd name="f75" fmla="*/ f60 f21 1"/>
              <a:gd name="f76" fmla="*/ f61 f20 1"/>
              <a:gd name="f77" fmla="*/ f62 f21 1"/>
              <a:gd name="f78" fmla="*/ f63 f20 1"/>
              <a:gd name="f79" fmla="*/ f64 f21 1"/>
              <a:gd name="f80" fmla="*/ f65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4">
                <a:pos x="f70" y="f71"/>
              </a:cxn>
              <a:cxn ang="f54">
                <a:pos x="f72" y="f73"/>
              </a:cxn>
              <a:cxn ang="f54">
                <a:pos x="f74" y="f75"/>
              </a:cxn>
              <a:cxn ang="f54">
                <a:pos x="f76" y="f77"/>
              </a:cxn>
              <a:cxn ang="f54">
                <a:pos x="f78" y="f79"/>
              </a:cxn>
              <a:cxn ang="f54">
                <a:pos x="f78" y="f80"/>
              </a:cxn>
              <a:cxn ang="f54">
                <a:pos x="f70" y="f71"/>
              </a:cxn>
            </a:cxnLst>
            <a:rect l="f66" t="f69" r="f67" b="f68"/>
            <a:pathLst>
              <a:path w="4398682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6" y="f15"/>
                </a:cubicBezTo>
                <a:lnTo>
                  <a:pt x="f16" y="f7"/>
                </a:lnTo>
                <a:lnTo>
                  <a:pt x="f5" y="f17"/>
                </a:lnTo>
                <a:lnTo>
                  <a:pt x="f5" y="f18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0" cap="none" spc="0" baseline="0%">
              <a:solidFill>
                <a:srgbClr val="FFFFFF"/>
              </a:solidFill>
              <a:uFillTx/>
              <a:latin typeface="Posterama Text SemiBold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BF523FB7-0572-DDD2-597A-004344D297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7A5B019-883A-83D3-A54E-BE3A2DB465E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3B34AC-4978-4310-B812-4FA43363A5EB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539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preserve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1B9D11F3-A6B2-B523-8E0F-2DAD697CB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0E7D5-408E-E228-86FD-B527137CC94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3108960"/>
            <a:ext cx="3931920" cy="265176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FEAECFD3-381A-54AB-DEFA-2090923C93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745001" y="0"/>
            <a:ext cx="6446995" cy="6858000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BB749-32CF-21D2-E2E5-0186EE568F2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7A91353-EF15-1887-343F-2500266092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5E27C2-85B0-488B-894F-03B9ADA7C4BE}" type="slidenum">
              <a:t>‹N›</a:t>
            </a:fld>
            <a:endParaRPr lang="en-US"/>
          </a:p>
        </p:txBody>
      </p:sp>
      <p:sp>
        <p:nvSpPr>
          <p:cNvPr id="7" name="Freeform: Shape 1">
            <a:extLst>
              <a:ext uri="{FF2B5EF4-FFF2-40B4-BE49-F238E27FC236}">
                <a16:creationId xmlns:a16="http://schemas.microsoft.com/office/drawing/2014/main" id="{7F56017F-151A-1513-919D-2C89D0AE6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03804" y="480398"/>
            <a:ext cx="1896941" cy="217160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98682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94698"/>
              <a:gd name="f14" fmla="val 2946400"/>
              <a:gd name="f15" fmla="val 3789083"/>
              <a:gd name="f16" fmla="val 2193365"/>
              <a:gd name="f17" fmla="val 3783106"/>
              <a:gd name="f18" fmla="val 1267012"/>
              <a:gd name="f19" fmla="+- 0 0 -90"/>
              <a:gd name="f20" fmla="*/ f3 1 4398682"/>
              <a:gd name="f21" fmla="*/ f4 1 5032188"/>
              <a:gd name="f22" fmla="+- f7 0 f5"/>
              <a:gd name="f23" fmla="+- f6 0 f5"/>
              <a:gd name="f24" fmla="*/ f19 f0 1"/>
              <a:gd name="f25" fmla="*/ f23 1 4398682"/>
              <a:gd name="f26" fmla="*/ f22 1 5032188"/>
              <a:gd name="f27" fmla="*/ 2187388 f23 1"/>
              <a:gd name="f28" fmla="*/ 0 f22 1"/>
              <a:gd name="f29" fmla="*/ 4386729 f23 1"/>
              <a:gd name="f30" fmla="*/ 1261035 f22 1"/>
              <a:gd name="f31" fmla="*/ 4398682 f23 1"/>
              <a:gd name="f32" fmla="*/ 3789083 f22 1"/>
              <a:gd name="f33" fmla="*/ 2193365 f23 1"/>
              <a:gd name="f34" fmla="*/ 5032188 f22 1"/>
              <a:gd name="f35" fmla="*/ 0 f23 1"/>
              <a:gd name="f36" fmla="*/ 3783106 f22 1"/>
              <a:gd name="f37" fmla="*/ 1267012 f22 1"/>
              <a:gd name="f38" fmla="*/ f24 1 f2"/>
              <a:gd name="f39" fmla="*/ f27 1 4398682"/>
              <a:gd name="f40" fmla="*/ f28 1 5032188"/>
              <a:gd name="f41" fmla="*/ f29 1 4398682"/>
              <a:gd name="f42" fmla="*/ f30 1 5032188"/>
              <a:gd name="f43" fmla="*/ f31 1 4398682"/>
              <a:gd name="f44" fmla="*/ f32 1 5032188"/>
              <a:gd name="f45" fmla="*/ f33 1 4398682"/>
              <a:gd name="f46" fmla="*/ f34 1 5032188"/>
              <a:gd name="f47" fmla="*/ f35 1 4398682"/>
              <a:gd name="f48" fmla="*/ f36 1 5032188"/>
              <a:gd name="f49" fmla="*/ f37 1 5032188"/>
              <a:gd name="f50" fmla="*/ f5 1 f25"/>
              <a:gd name="f51" fmla="*/ f6 1 f25"/>
              <a:gd name="f52" fmla="*/ f5 1 f26"/>
              <a:gd name="f53" fmla="*/ f7 1 f26"/>
              <a:gd name="f54" fmla="+- f38 0 f1"/>
              <a:gd name="f55" fmla="*/ f39 1 f25"/>
              <a:gd name="f56" fmla="*/ f40 1 f26"/>
              <a:gd name="f57" fmla="*/ f41 1 f25"/>
              <a:gd name="f58" fmla="*/ f42 1 f26"/>
              <a:gd name="f59" fmla="*/ f43 1 f25"/>
              <a:gd name="f60" fmla="*/ f44 1 f26"/>
              <a:gd name="f61" fmla="*/ f45 1 f25"/>
              <a:gd name="f62" fmla="*/ f46 1 f26"/>
              <a:gd name="f63" fmla="*/ f47 1 f25"/>
              <a:gd name="f64" fmla="*/ f48 1 f26"/>
              <a:gd name="f65" fmla="*/ f49 1 f26"/>
              <a:gd name="f66" fmla="*/ f50 f20 1"/>
              <a:gd name="f67" fmla="*/ f51 f20 1"/>
              <a:gd name="f68" fmla="*/ f53 f21 1"/>
              <a:gd name="f69" fmla="*/ f52 f21 1"/>
              <a:gd name="f70" fmla="*/ f55 f20 1"/>
              <a:gd name="f71" fmla="*/ f56 f21 1"/>
              <a:gd name="f72" fmla="*/ f57 f20 1"/>
              <a:gd name="f73" fmla="*/ f58 f21 1"/>
              <a:gd name="f74" fmla="*/ f59 f20 1"/>
              <a:gd name="f75" fmla="*/ f60 f21 1"/>
              <a:gd name="f76" fmla="*/ f61 f20 1"/>
              <a:gd name="f77" fmla="*/ f62 f21 1"/>
              <a:gd name="f78" fmla="*/ f63 f20 1"/>
              <a:gd name="f79" fmla="*/ f64 f21 1"/>
              <a:gd name="f80" fmla="*/ f65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4">
                <a:pos x="f70" y="f71"/>
              </a:cxn>
              <a:cxn ang="f54">
                <a:pos x="f72" y="f73"/>
              </a:cxn>
              <a:cxn ang="f54">
                <a:pos x="f74" y="f75"/>
              </a:cxn>
              <a:cxn ang="f54">
                <a:pos x="f76" y="f77"/>
              </a:cxn>
              <a:cxn ang="f54">
                <a:pos x="f78" y="f79"/>
              </a:cxn>
              <a:cxn ang="f54">
                <a:pos x="f78" y="f80"/>
              </a:cxn>
              <a:cxn ang="f54">
                <a:pos x="f70" y="f71"/>
              </a:cxn>
            </a:cxnLst>
            <a:rect l="f66" t="f69" r="f67" b="f68"/>
            <a:pathLst>
              <a:path w="4398682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6" y="f15"/>
                </a:cubicBezTo>
                <a:lnTo>
                  <a:pt x="f16" y="f7"/>
                </a:lnTo>
                <a:lnTo>
                  <a:pt x="f5" y="f17"/>
                </a:lnTo>
                <a:lnTo>
                  <a:pt x="f5" y="f18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C95B3A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0" cap="none" spc="0" baseline="0%">
              <a:solidFill>
                <a:srgbClr val="F7D952"/>
              </a:solidFill>
              <a:uFillTx/>
              <a:latin typeface="Posterama Tex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982515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preserve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75421680-E45F-131F-5D89-9668C66A37AB}"/>
              </a:ext>
            </a:extLst>
          </p:cNvPr>
          <p:cNvSpPr/>
          <p:nvPr/>
        </p:nvSpPr>
        <p:spPr>
          <a:xfrm>
            <a:off x="636157" y="5854025"/>
            <a:ext cx="2330138" cy="708120"/>
          </a:xfrm>
          <a:prstGeom prst="rect">
            <a:avLst/>
          </a:prstGeom>
          <a:solidFill>
            <a:srgbClr val="0F263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3" name="Freeform: Shape 19">
            <a:extLst>
              <a:ext uri="{FF2B5EF4-FFF2-40B4-BE49-F238E27FC236}">
                <a16:creationId xmlns:a16="http://schemas.microsoft.com/office/drawing/2014/main" id="{F7FE25C1-3DF9-3491-709F-C2E9EDA1F5BB}"/>
              </a:ext>
            </a:extLst>
          </p:cNvPr>
          <p:cNvSpPr/>
          <p:nvPr/>
        </p:nvSpPr>
        <p:spPr>
          <a:xfrm>
            <a:off x="8517471" y="2248216"/>
            <a:ext cx="1886361" cy="221318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4" name="Freeform: Shape 19">
            <a:extLst>
              <a:ext uri="{FF2B5EF4-FFF2-40B4-BE49-F238E27FC236}">
                <a16:creationId xmlns:a16="http://schemas.microsoft.com/office/drawing/2014/main" id="{F10FE9DE-226C-8150-F75B-06E340A37AF3}"/>
              </a:ext>
            </a:extLst>
          </p:cNvPr>
          <p:cNvSpPr/>
          <p:nvPr/>
        </p:nvSpPr>
        <p:spPr>
          <a:xfrm>
            <a:off x="9578879" y="460802"/>
            <a:ext cx="1886361" cy="221318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5" name="Freeform: Shape 24">
            <a:extLst>
              <a:ext uri="{FF2B5EF4-FFF2-40B4-BE49-F238E27FC236}">
                <a16:creationId xmlns:a16="http://schemas.microsoft.com/office/drawing/2014/main" id="{EABFC34D-9807-BF0A-8F3F-34C4EF7C8031}"/>
              </a:ext>
            </a:extLst>
          </p:cNvPr>
          <p:cNvSpPr/>
          <p:nvPr/>
        </p:nvSpPr>
        <p:spPr>
          <a:xfrm>
            <a:off x="9522497" y="4057906"/>
            <a:ext cx="1886361" cy="221318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8FAAD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6A8BA64A-B003-0939-1E9A-678F6DD3E0CE}"/>
              </a:ext>
            </a:extLst>
          </p:cNvPr>
          <p:cNvSpPr/>
          <p:nvPr/>
        </p:nvSpPr>
        <p:spPr>
          <a:xfrm>
            <a:off x="11034055" y="3709995"/>
            <a:ext cx="1173184" cy="150282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57948"/>
              <a:gd name="f7" fmla="val 1502830"/>
              <a:gd name="f8" fmla="val 638572"/>
              <a:gd name="f9" fmla="val 378385"/>
              <a:gd name="f10" fmla="val 1129800"/>
              <a:gd name="f11" fmla="val 640317"/>
              <a:gd name="f12" fmla="val 1200968"/>
              <a:gd name="f13" fmla="val 304639"/>
              <a:gd name="f14" fmla="+- 0 0 -90"/>
              <a:gd name="f15" fmla="*/ f3 1 1157948"/>
              <a:gd name="f16" fmla="*/ f4 1 1502830"/>
              <a:gd name="f17" fmla="+- f7 0 f5"/>
              <a:gd name="f18" fmla="+- f6 0 f5"/>
              <a:gd name="f19" fmla="*/ f14 f0 1"/>
              <a:gd name="f20" fmla="*/ f18 1 1157948"/>
              <a:gd name="f21" fmla="*/ f17 1 1502830"/>
              <a:gd name="f22" fmla="*/ 638572 f18 1"/>
              <a:gd name="f23" fmla="*/ 0 f17 1"/>
              <a:gd name="f24" fmla="*/ 0 f18 1"/>
              <a:gd name="f25" fmla="*/ 378385 f17 1"/>
              <a:gd name="f26" fmla="*/ 1129800 f17 1"/>
              <a:gd name="f27" fmla="*/ 640317 f18 1"/>
              <a:gd name="f28" fmla="*/ 1502830 f17 1"/>
              <a:gd name="f29" fmla="*/ 1157948 f18 1"/>
              <a:gd name="f30" fmla="*/ 1200968 f17 1"/>
              <a:gd name="f31" fmla="*/ 304639 f17 1"/>
              <a:gd name="f32" fmla="*/ f19 1 f2"/>
              <a:gd name="f33" fmla="*/ f22 1 1157948"/>
              <a:gd name="f34" fmla="*/ f23 1 1502830"/>
              <a:gd name="f35" fmla="*/ f24 1 1157948"/>
              <a:gd name="f36" fmla="*/ f25 1 1502830"/>
              <a:gd name="f37" fmla="*/ f26 1 1502830"/>
              <a:gd name="f38" fmla="*/ f27 1 1157948"/>
              <a:gd name="f39" fmla="*/ f28 1 1502830"/>
              <a:gd name="f40" fmla="*/ f29 1 1157948"/>
              <a:gd name="f41" fmla="*/ f30 1 1502830"/>
              <a:gd name="f42" fmla="*/ f31 1 1502830"/>
              <a:gd name="f43" fmla="*/ f5 1 f20"/>
              <a:gd name="f44" fmla="*/ f6 1 f20"/>
              <a:gd name="f45" fmla="*/ f5 1 f21"/>
              <a:gd name="f46" fmla="*/ f7 1 f21"/>
              <a:gd name="f47" fmla="+- f32 0 f1"/>
              <a:gd name="f48" fmla="*/ f33 1 f20"/>
              <a:gd name="f49" fmla="*/ f34 1 f21"/>
              <a:gd name="f50" fmla="*/ f35 1 f20"/>
              <a:gd name="f51" fmla="*/ f36 1 f21"/>
              <a:gd name="f52" fmla="*/ f37 1 f21"/>
              <a:gd name="f53" fmla="*/ f38 1 f20"/>
              <a:gd name="f54" fmla="*/ f39 1 f21"/>
              <a:gd name="f55" fmla="*/ f40 1 f20"/>
              <a:gd name="f56" fmla="*/ f41 1 f21"/>
              <a:gd name="f57" fmla="*/ f42 1 f21"/>
              <a:gd name="f58" fmla="*/ f43 f15 1"/>
              <a:gd name="f59" fmla="*/ f44 f15 1"/>
              <a:gd name="f60" fmla="*/ f46 f16 1"/>
              <a:gd name="f61" fmla="*/ f45 f16 1"/>
              <a:gd name="f62" fmla="*/ f48 f15 1"/>
              <a:gd name="f63" fmla="*/ f49 f16 1"/>
              <a:gd name="f64" fmla="*/ f50 f15 1"/>
              <a:gd name="f65" fmla="*/ f51 f16 1"/>
              <a:gd name="f66" fmla="*/ f52 f16 1"/>
              <a:gd name="f67" fmla="*/ f53 f15 1"/>
              <a:gd name="f68" fmla="*/ f54 f16 1"/>
              <a:gd name="f69" fmla="*/ f55 f15 1"/>
              <a:gd name="f70" fmla="*/ f56 f16 1"/>
              <a:gd name="f71" fmla="*/ f57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7">
                <a:pos x="f62" y="f63"/>
              </a:cxn>
              <a:cxn ang="f47">
                <a:pos x="f64" y="f65"/>
              </a:cxn>
              <a:cxn ang="f47">
                <a:pos x="f64" y="f66"/>
              </a:cxn>
              <a:cxn ang="f47">
                <a:pos x="f67" y="f68"/>
              </a:cxn>
              <a:cxn ang="f47">
                <a:pos x="f69" y="f70"/>
              </a:cxn>
              <a:cxn ang="f47">
                <a:pos x="f69" y="f71"/>
              </a:cxn>
            </a:cxnLst>
            <a:rect l="f58" t="f61" r="f59" b="f60"/>
            <a:pathLst>
              <a:path w="1157948" h="1502830">
                <a:moveTo>
                  <a:pt x="f8" y="f5"/>
                </a:moveTo>
                <a:lnTo>
                  <a:pt x="f5" y="f9"/>
                </a:lnTo>
                <a:lnTo>
                  <a:pt x="f5" y="f10"/>
                </a:lnTo>
                <a:lnTo>
                  <a:pt x="f11" y="f7"/>
                </a:lnTo>
                <a:lnTo>
                  <a:pt x="f6" y="f12"/>
                </a:lnTo>
                <a:lnTo>
                  <a:pt x="f6" y="f13"/>
                </a:lnTo>
                <a:close/>
              </a:path>
            </a:pathLst>
          </a:custGeom>
          <a:noFill/>
          <a:ln w="19046" cap="flat">
            <a:solidFill>
              <a:srgbClr val="B8390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2135AE-4A1B-256C-7FB0-236AE3BFD5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487754-58DE-2288-AE8E-25E4212D0CE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9EA29E-B281-A5AD-4ECF-0E7B19EB7E7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393E4F9D-1332-784C-44D3-B36A5BD6BB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52189D-905E-42B1-AFA7-4DF84110CA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449E8A-905B-40EF-B52D-CD0970B644E9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39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preserve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052F-5FE3-9667-9619-5CE93727D6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1F62-FADE-118A-0188-3CB3FC46350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E1CA80B-FB5B-B887-ECB9-2CFAEDD695D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1853E5-9B0E-5FA4-1D14-6FC37152F85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2CC296D-FBE0-950C-B3E2-ABD234C9BBF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9B7BFF-9AC1-4E60-B4EE-87C6BD972314}" type="slidenum">
              <a:t>‹N›</a:t>
            </a:fld>
            <a:endParaRPr lang="en-US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BDD2AE4E-301A-001A-6504-457E3463B99F}"/>
              </a:ext>
            </a:extLst>
          </p:cNvPr>
          <p:cNvSpPr/>
          <p:nvPr/>
        </p:nvSpPr>
        <p:spPr>
          <a:xfrm flipH="1">
            <a:off x="-9528" y="5039331"/>
            <a:ext cx="986381" cy="12801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57948"/>
              <a:gd name="f7" fmla="val 1502830"/>
              <a:gd name="f8" fmla="val 638572"/>
              <a:gd name="f9" fmla="val 378385"/>
              <a:gd name="f10" fmla="val 1129800"/>
              <a:gd name="f11" fmla="val 640317"/>
              <a:gd name="f12" fmla="val 1200968"/>
              <a:gd name="f13" fmla="val 304639"/>
              <a:gd name="f14" fmla="+- 0 0 -90"/>
              <a:gd name="f15" fmla="*/ f3 1 1157948"/>
              <a:gd name="f16" fmla="*/ f4 1 1502830"/>
              <a:gd name="f17" fmla="+- f7 0 f5"/>
              <a:gd name="f18" fmla="+- f6 0 f5"/>
              <a:gd name="f19" fmla="*/ f14 f0 1"/>
              <a:gd name="f20" fmla="*/ f18 1 1157948"/>
              <a:gd name="f21" fmla="*/ f17 1 1502830"/>
              <a:gd name="f22" fmla="*/ 638572 f18 1"/>
              <a:gd name="f23" fmla="*/ 0 f17 1"/>
              <a:gd name="f24" fmla="*/ 0 f18 1"/>
              <a:gd name="f25" fmla="*/ 378385 f17 1"/>
              <a:gd name="f26" fmla="*/ 1129800 f17 1"/>
              <a:gd name="f27" fmla="*/ 640317 f18 1"/>
              <a:gd name="f28" fmla="*/ 1502830 f17 1"/>
              <a:gd name="f29" fmla="*/ 1157948 f18 1"/>
              <a:gd name="f30" fmla="*/ 1200968 f17 1"/>
              <a:gd name="f31" fmla="*/ 304639 f17 1"/>
              <a:gd name="f32" fmla="*/ f19 1 f2"/>
              <a:gd name="f33" fmla="*/ f22 1 1157948"/>
              <a:gd name="f34" fmla="*/ f23 1 1502830"/>
              <a:gd name="f35" fmla="*/ f24 1 1157948"/>
              <a:gd name="f36" fmla="*/ f25 1 1502830"/>
              <a:gd name="f37" fmla="*/ f26 1 1502830"/>
              <a:gd name="f38" fmla="*/ f27 1 1157948"/>
              <a:gd name="f39" fmla="*/ f28 1 1502830"/>
              <a:gd name="f40" fmla="*/ f29 1 1157948"/>
              <a:gd name="f41" fmla="*/ f30 1 1502830"/>
              <a:gd name="f42" fmla="*/ f31 1 1502830"/>
              <a:gd name="f43" fmla="*/ f5 1 f20"/>
              <a:gd name="f44" fmla="*/ f6 1 f20"/>
              <a:gd name="f45" fmla="*/ f5 1 f21"/>
              <a:gd name="f46" fmla="*/ f7 1 f21"/>
              <a:gd name="f47" fmla="+- f32 0 f1"/>
              <a:gd name="f48" fmla="*/ f33 1 f20"/>
              <a:gd name="f49" fmla="*/ f34 1 f21"/>
              <a:gd name="f50" fmla="*/ f35 1 f20"/>
              <a:gd name="f51" fmla="*/ f36 1 f21"/>
              <a:gd name="f52" fmla="*/ f37 1 f21"/>
              <a:gd name="f53" fmla="*/ f38 1 f20"/>
              <a:gd name="f54" fmla="*/ f39 1 f21"/>
              <a:gd name="f55" fmla="*/ f40 1 f20"/>
              <a:gd name="f56" fmla="*/ f41 1 f21"/>
              <a:gd name="f57" fmla="*/ f42 1 f21"/>
              <a:gd name="f58" fmla="*/ f43 f15 1"/>
              <a:gd name="f59" fmla="*/ f44 f15 1"/>
              <a:gd name="f60" fmla="*/ f46 f16 1"/>
              <a:gd name="f61" fmla="*/ f45 f16 1"/>
              <a:gd name="f62" fmla="*/ f48 f15 1"/>
              <a:gd name="f63" fmla="*/ f49 f16 1"/>
              <a:gd name="f64" fmla="*/ f50 f15 1"/>
              <a:gd name="f65" fmla="*/ f51 f16 1"/>
              <a:gd name="f66" fmla="*/ f52 f16 1"/>
              <a:gd name="f67" fmla="*/ f53 f15 1"/>
              <a:gd name="f68" fmla="*/ f54 f16 1"/>
              <a:gd name="f69" fmla="*/ f55 f15 1"/>
              <a:gd name="f70" fmla="*/ f56 f16 1"/>
              <a:gd name="f71" fmla="*/ f57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7">
                <a:pos x="f62" y="f63"/>
              </a:cxn>
              <a:cxn ang="f47">
                <a:pos x="f64" y="f65"/>
              </a:cxn>
              <a:cxn ang="f47">
                <a:pos x="f64" y="f66"/>
              </a:cxn>
              <a:cxn ang="f47">
                <a:pos x="f67" y="f68"/>
              </a:cxn>
              <a:cxn ang="f47">
                <a:pos x="f69" y="f70"/>
              </a:cxn>
              <a:cxn ang="f47">
                <a:pos x="f69" y="f71"/>
              </a:cxn>
            </a:cxnLst>
            <a:rect l="f58" t="f61" r="f59" b="f60"/>
            <a:pathLst>
              <a:path w="1157948" h="1502830">
                <a:moveTo>
                  <a:pt x="f8" y="f5"/>
                </a:moveTo>
                <a:lnTo>
                  <a:pt x="f5" y="f9"/>
                </a:lnTo>
                <a:lnTo>
                  <a:pt x="f5" y="f10"/>
                </a:lnTo>
                <a:lnTo>
                  <a:pt x="f11" y="f7"/>
                </a:lnTo>
                <a:lnTo>
                  <a:pt x="f6" y="f12"/>
                </a:lnTo>
                <a:lnTo>
                  <a:pt x="f6" y="f13"/>
                </a:lnTo>
                <a:close/>
              </a:path>
            </a:pathLst>
          </a:custGeom>
          <a:noFill/>
          <a:ln w="19046" cap="flat">
            <a:solidFill>
              <a:srgbClr val="B8390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70F49506-EBCD-885B-5A27-A651D7022461}"/>
              </a:ext>
            </a:extLst>
          </p:cNvPr>
          <p:cNvSpPr/>
          <p:nvPr/>
        </p:nvSpPr>
        <p:spPr>
          <a:xfrm>
            <a:off x="1140009" y="5142795"/>
            <a:ext cx="663378" cy="7589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98682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94698"/>
              <a:gd name="f14" fmla="val 2946400"/>
              <a:gd name="f15" fmla="val 3789083"/>
              <a:gd name="f16" fmla="val 2193365"/>
              <a:gd name="f17" fmla="val 3783106"/>
              <a:gd name="f18" fmla="val 1267012"/>
              <a:gd name="f19" fmla="+- 0 0 -90"/>
              <a:gd name="f20" fmla="*/ f3 1 4398682"/>
              <a:gd name="f21" fmla="*/ f4 1 5032188"/>
              <a:gd name="f22" fmla="+- f7 0 f5"/>
              <a:gd name="f23" fmla="+- f6 0 f5"/>
              <a:gd name="f24" fmla="*/ f19 f0 1"/>
              <a:gd name="f25" fmla="*/ f23 1 4398682"/>
              <a:gd name="f26" fmla="*/ f22 1 5032188"/>
              <a:gd name="f27" fmla="*/ 2187388 f23 1"/>
              <a:gd name="f28" fmla="*/ 0 f22 1"/>
              <a:gd name="f29" fmla="*/ 4386729 f23 1"/>
              <a:gd name="f30" fmla="*/ 1261035 f22 1"/>
              <a:gd name="f31" fmla="*/ 4398682 f23 1"/>
              <a:gd name="f32" fmla="*/ 3789083 f22 1"/>
              <a:gd name="f33" fmla="*/ 2193365 f23 1"/>
              <a:gd name="f34" fmla="*/ 5032188 f22 1"/>
              <a:gd name="f35" fmla="*/ 0 f23 1"/>
              <a:gd name="f36" fmla="*/ 3783106 f22 1"/>
              <a:gd name="f37" fmla="*/ 1267012 f22 1"/>
              <a:gd name="f38" fmla="*/ f24 1 f2"/>
              <a:gd name="f39" fmla="*/ f27 1 4398682"/>
              <a:gd name="f40" fmla="*/ f28 1 5032188"/>
              <a:gd name="f41" fmla="*/ f29 1 4398682"/>
              <a:gd name="f42" fmla="*/ f30 1 5032188"/>
              <a:gd name="f43" fmla="*/ f31 1 4398682"/>
              <a:gd name="f44" fmla="*/ f32 1 5032188"/>
              <a:gd name="f45" fmla="*/ f33 1 4398682"/>
              <a:gd name="f46" fmla="*/ f34 1 5032188"/>
              <a:gd name="f47" fmla="*/ f35 1 4398682"/>
              <a:gd name="f48" fmla="*/ f36 1 5032188"/>
              <a:gd name="f49" fmla="*/ f37 1 5032188"/>
              <a:gd name="f50" fmla="*/ f5 1 f25"/>
              <a:gd name="f51" fmla="*/ f6 1 f25"/>
              <a:gd name="f52" fmla="*/ f5 1 f26"/>
              <a:gd name="f53" fmla="*/ f7 1 f26"/>
              <a:gd name="f54" fmla="+- f38 0 f1"/>
              <a:gd name="f55" fmla="*/ f39 1 f25"/>
              <a:gd name="f56" fmla="*/ f40 1 f26"/>
              <a:gd name="f57" fmla="*/ f41 1 f25"/>
              <a:gd name="f58" fmla="*/ f42 1 f26"/>
              <a:gd name="f59" fmla="*/ f43 1 f25"/>
              <a:gd name="f60" fmla="*/ f44 1 f26"/>
              <a:gd name="f61" fmla="*/ f45 1 f25"/>
              <a:gd name="f62" fmla="*/ f46 1 f26"/>
              <a:gd name="f63" fmla="*/ f47 1 f25"/>
              <a:gd name="f64" fmla="*/ f48 1 f26"/>
              <a:gd name="f65" fmla="*/ f49 1 f26"/>
              <a:gd name="f66" fmla="*/ f50 f20 1"/>
              <a:gd name="f67" fmla="*/ f51 f20 1"/>
              <a:gd name="f68" fmla="*/ f53 f21 1"/>
              <a:gd name="f69" fmla="*/ f52 f21 1"/>
              <a:gd name="f70" fmla="*/ f55 f20 1"/>
              <a:gd name="f71" fmla="*/ f56 f21 1"/>
              <a:gd name="f72" fmla="*/ f57 f20 1"/>
              <a:gd name="f73" fmla="*/ f58 f21 1"/>
              <a:gd name="f74" fmla="*/ f59 f20 1"/>
              <a:gd name="f75" fmla="*/ f60 f21 1"/>
              <a:gd name="f76" fmla="*/ f61 f20 1"/>
              <a:gd name="f77" fmla="*/ f62 f21 1"/>
              <a:gd name="f78" fmla="*/ f63 f20 1"/>
              <a:gd name="f79" fmla="*/ f64 f21 1"/>
              <a:gd name="f80" fmla="*/ f65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4">
                <a:pos x="f70" y="f71"/>
              </a:cxn>
              <a:cxn ang="f54">
                <a:pos x="f72" y="f73"/>
              </a:cxn>
              <a:cxn ang="f54">
                <a:pos x="f74" y="f75"/>
              </a:cxn>
              <a:cxn ang="f54">
                <a:pos x="f76" y="f77"/>
              </a:cxn>
              <a:cxn ang="f54">
                <a:pos x="f78" y="f79"/>
              </a:cxn>
              <a:cxn ang="f54">
                <a:pos x="f78" y="f80"/>
              </a:cxn>
              <a:cxn ang="f54">
                <a:pos x="f70" y="f71"/>
              </a:cxn>
            </a:cxnLst>
            <a:rect l="f66" t="f69" r="f67" b="f68"/>
            <a:pathLst>
              <a:path w="4398682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6" y="f15"/>
                </a:cubicBezTo>
                <a:lnTo>
                  <a:pt x="f16" y="f7"/>
                </a:lnTo>
                <a:lnTo>
                  <a:pt x="f5" y="f17"/>
                </a:lnTo>
                <a:lnTo>
                  <a:pt x="f5" y="f18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0" cap="none" spc="0" baseline="0%">
              <a:solidFill>
                <a:srgbClr val="FFFFFF"/>
              </a:solidFill>
              <a:uFillTx/>
              <a:latin typeface="Posterama Tex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620851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preserve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38BB-4B34-F1D4-C550-EF412032C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8AB7-EEFF-8D3F-4C6E-F395F510EF9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14400" y="3200400"/>
            <a:ext cx="10149840" cy="28346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EF73B1F-059D-3B59-DC08-8DE551C3FCE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6F1372-42E5-4AA5-8A9E-0A164188F3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2F6547-EBC3-4AC5-BEB3-3EEF8073D679}" type="slidenum">
              <a:t>‹N›</a:t>
            </a:fld>
            <a:endParaRPr lang="en-US"/>
          </a:p>
        </p:txBody>
      </p:sp>
      <p:sp>
        <p:nvSpPr>
          <p:cNvPr id="6" name="Freeform: Shape 12">
            <a:extLst>
              <a:ext uri="{FF2B5EF4-FFF2-40B4-BE49-F238E27FC236}">
                <a16:creationId xmlns:a16="http://schemas.microsoft.com/office/drawing/2014/main" id="{01EC7650-DAF6-EC18-B7BC-4198204DF177}"/>
              </a:ext>
            </a:extLst>
          </p:cNvPr>
          <p:cNvSpPr/>
          <p:nvPr/>
        </p:nvSpPr>
        <p:spPr>
          <a:xfrm>
            <a:off x="8893125" y="351934"/>
            <a:ext cx="1331055" cy="15024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noFill/>
          <a:ln w="12701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33CBF57-B266-CDEE-C012-26EFEE2F15C3}"/>
              </a:ext>
            </a:extLst>
          </p:cNvPr>
          <p:cNvSpPr/>
          <p:nvPr/>
        </p:nvSpPr>
        <p:spPr>
          <a:xfrm>
            <a:off x="5255120" y="0"/>
            <a:ext cx="1330250" cy="6031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solidFill>
            <a:srgbClr val="334D6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0AA7620-309B-9B4C-0647-0C8598457EE0}"/>
              </a:ext>
            </a:extLst>
          </p:cNvPr>
          <p:cNvSpPr/>
          <p:nvPr/>
        </p:nvSpPr>
        <p:spPr>
          <a:xfrm>
            <a:off x="6710251" y="0"/>
            <a:ext cx="1330250" cy="6031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6EBD1DF-728D-699B-AF53-4B386134338C}"/>
              </a:ext>
            </a:extLst>
          </p:cNvPr>
          <p:cNvSpPr/>
          <p:nvPr/>
        </p:nvSpPr>
        <p:spPr>
          <a:xfrm>
            <a:off x="879762" y="0"/>
            <a:ext cx="1330250" cy="6031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solidFill>
            <a:srgbClr val="8FAAD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8474E2D-5D11-F685-035C-03988A5B1E09}"/>
              </a:ext>
            </a:extLst>
          </p:cNvPr>
          <p:cNvSpPr/>
          <p:nvPr/>
        </p:nvSpPr>
        <p:spPr>
          <a:xfrm>
            <a:off x="2336511" y="-9528"/>
            <a:ext cx="1330250" cy="6031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noFill/>
          <a:ln w="19046" cap="flat">
            <a:solidFill>
              <a:srgbClr val="B8390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FD8F800-B939-743D-ED47-A6A9A974BF21}"/>
              </a:ext>
            </a:extLst>
          </p:cNvPr>
          <p:cNvSpPr/>
          <p:nvPr/>
        </p:nvSpPr>
        <p:spPr>
          <a:xfrm>
            <a:off x="8160087" y="-10378"/>
            <a:ext cx="1330250" cy="6031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noFill/>
          <a:ln w="19046" cap="flat">
            <a:solidFill>
              <a:srgbClr val="B8390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3B1F239-3930-645A-E402-BCE44C0CE117}"/>
              </a:ext>
            </a:extLst>
          </p:cNvPr>
          <p:cNvSpPr/>
          <p:nvPr/>
        </p:nvSpPr>
        <p:spPr>
          <a:xfrm>
            <a:off x="9615217" y="0"/>
            <a:ext cx="1330250" cy="6031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11968"/>
              <a:gd name="f7" fmla="val 866964"/>
              <a:gd name="f8" fmla="val 1911621"/>
              <a:gd name="f9" fmla="val 335832"/>
              <a:gd name="f10" fmla="val 956364"/>
              <a:gd name="f11" fmla="val 335755"/>
              <a:gd name="f12" fmla="+- 0 0 -90"/>
              <a:gd name="f13" fmla="*/ f3 1 1911968"/>
              <a:gd name="f14" fmla="*/ f4 1 866964"/>
              <a:gd name="f15" fmla="+- f7 0 f5"/>
              <a:gd name="f16" fmla="+- f6 0 f5"/>
              <a:gd name="f17" fmla="*/ f12 f0 1"/>
              <a:gd name="f18" fmla="*/ f16 1 1911968"/>
              <a:gd name="f19" fmla="*/ f15 1 866964"/>
              <a:gd name="f20" fmla="*/ 0 f16 1"/>
              <a:gd name="f21" fmla="*/ 0 f15 1"/>
              <a:gd name="f22" fmla="*/ 1911968 f16 1"/>
              <a:gd name="f23" fmla="*/ 1911621 f16 1"/>
              <a:gd name="f24" fmla="*/ 335832 f15 1"/>
              <a:gd name="f25" fmla="*/ 956364 f16 1"/>
              <a:gd name="f26" fmla="*/ 866964 f15 1"/>
              <a:gd name="f27" fmla="*/ 335755 f15 1"/>
              <a:gd name="f28" fmla="*/ f17 1 f2"/>
              <a:gd name="f29" fmla="*/ f20 1 1911968"/>
              <a:gd name="f30" fmla="*/ f21 1 866964"/>
              <a:gd name="f31" fmla="*/ f22 1 1911968"/>
              <a:gd name="f32" fmla="*/ f23 1 1911968"/>
              <a:gd name="f33" fmla="*/ f24 1 866964"/>
              <a:gd name="f34" fmla="*/ f25 1 1911968"/>
              <a:gd name="f35" fmla="*/ f26 1 866964"/>
              <a:gd name="f36" fmla="*/ f27 1 866964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911968" h="866964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solidFill>
            <a:srgbClr val="8FAAD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7EA1FE8-3F45-8BFB-07EE-6CF64C8BF263}"/>
              </a:ext>
            </a:extLst>
          </p:cNvPr>
          <p:cNvSpPr/>
          <p:nvPr/>
        </p:nvSpPr>
        <p:spPr>
          <a:xfrm>
            <a:off x="10342961" y="320524"/>
            <a:ext cx="1331055" cy="15024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8060245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preserve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4">
            <a:extLst>
              <a:ext uri="{FF2B5EF4-FFF2-40B4-BE49-F238E27FC236}">
                <a16:creationId xmlns:a16="http://schemas.microsoft.com/office/drawing/2014/main" id="{E2A241B6-5B3F-1F2F-B7B9-C2BAFA879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10507" y="2016581"/>
            <a:ext cx="4441185" cy="2775853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47">
            <a:extLst>
              <a:ext uri="{FF2B5EF4-FFF2-40B4-BE49-F238E27FC236}">
                <a16:creationId xmlns:a16="http://schemas.microsoft.com/office/drawing/2014/main" id="{8BFE61EB-9938-8FEC-ABA8-07BB2A6D4BD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14400" y="539496"/>
            <a:ext cx="5025204" cy="5779007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it-IT"/>
              <a:t>Fare clic sull'icona per inserire un'immagine</a:t>
            </a:r>
            <a:endParaRPr lang="en-US"/>
          </a:p>
        </p:txBody>
      </p:sp>
      <p:pic>
        <p:nvPicPr>
          <p:cNvPr id="4" name="Shape 33">
            <a:extLst>
              <a:ext uri="{FF2B5EF4-FFF2-40B4-BE49-F238E27FC236}">
                <a16:creationId xmlns:a16="http://schemas.microsoft.com/office/drawing/2014/main" id="{4D35393E-B3BA-071E-1AF9-7C621572F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2007" y="4038401"/>
            <a:ext cx="1438716" cy="16459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0E7DD112-27B0-00CD-55DF-601034C0DDFD}"/>
              </a:ext>
            </a:extLst>
          </p:cNvPr>
          <p:cNvSpPr/>
          <p:nvPr/>
        </p:nvSpPr>
        <p:spPr>
          <a:xfrm>
            <a:off x="1360234" y="5541401"/>
            <a:ext cx="663378" cy="7589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98682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94698"/>
              <a:gd name="f14" fmla="val 2946400"/>
              <a:gd name="f15" fmla="val 3789083"/>
              <a:gd name="f16" fmla="val 2193365"/>
              <a:gd name="f17" fmla="val 3783106"/>
              <a:gd name="f18" fmla="val 1267012"/>
              <a:gd name="f19" fmla="+- 0 0 -90"/>
              <a:gd name="f20" fmla="*/ f3 1 4398682"/>
              <a:gd name="f21" fmla="*/ f4 1 5032188"/>
              <a:gd name="f22" fmla="+- f7 0 f5"/>
              <a:gd name="f23" fmla="+- f6 0 f5"/>
              <a:gd name="f24" fmla="*/ f19 f0 1"/>
              <a:gd name="f25" fmla="*/ f23 1 4398682"/>
              <a:gd name="f26" fmla="*/ f22 1 5032188"/>
              <a:gd name="f27" fmla="*/ 2187388 f23 1"/>
              <a:gd name="f28" fmla="*/ 0 f22 1"/>
              <a:gd name="f29" fmla="*/ 4386729 f23 1"/>
              <a:gd name="f30" fmla="*/ 1261035 f22 1"/>
              <a:gd name="f31" fmla="*/ 4398682 f23 1"/>
              <a:gd name="f32" fmla="*/ 3789083 f22 1"/>
              <a:gd name="f33" fmla="*/ 2193365 f23 1"/>
              <a:gd name="f34" fmla="*/ 5032188 f22 1"/>
              <a:gd name="f35" fmla="*/ 0 f23 1"/>
              <a:gd name="f36" fmla="*/ 3783106 f22 1"/>
              <a:gd name="f37" fmla="*/ 1267012 f22 1"/>
              <a:gd name="f38" fmla="*/ f24 1 f2"/>
              <a:gd name="f39" fmla="*/ f27 1 4398682"/>
              <a:gd name="f40" fmla="*/ f28 1 5032188"/>
              <a:gd name="f41" fmla="*/ f29 1 4398682"/>
              <a:gd name="f42" fmla="*/ f30 1 5032188"/>
              <a:gd name="f43" fmla="*/ f31 1 4398682"/>
              <a:gd name="f44" fmla="*/ f32 1 5032188"/>
              <a:gd name="f45" fmla="*/ f33 1 4398682"/>
              <a:gd name="f46" fmla="*/ f34 1 5032188"/>
              <a:gd name="f47" fmla="*/ f35 1 4398682"/>
              <a:gd name="f48" fmla="*/ f36 1 5032188"/>
              <a:gd name="f49" fmla="*/ f37 1 5032188"/>
              <a:gd name="f50" fmla="*/ f5 1 f25"/>
              <a:gd name="f51" fmla="*/ f6 1 f25"/>
              <a:gd name="f52" fmla="*/ f5 1 f26"/>
              <a:gd name="f53" fmla="*/ f7 1 f26"/>
              <a:gd name="f54" fmla="+- f38 0 f1"/>
              <a:gd name="f55" fmla="*/ f39 1 f25"/>
              <a:gd name="f56" fmla="*/ f40 1 f26"/>
              <a:gd name="f57" fmla="*/ f41 1 f25"/>
              <a:gd name="f58" fmla="*/ f42 1 f26"/>
              <a:gd name="f59" fmla="*/ f43 1 f25"/>
              <a:gd name="f60" fmla="*/ f44 1 f26"/>
              <a:gd name="f61" fmla="*/ f45 1 f25"/>
              <a:gd name="f62" fmla="*/ f46 1 f26"/>
              <a:gd name="f63" fmla="*/ f47 1 f25"/>
              <a:gd name="f64" fmla="*/ f48 1 f26"/>
              <a:gd name="f65" fmla="*/ f49 1 f26"/>
              <a:gd name="f66" fmla="*/ f50 f20 1"/>
              <a:gd name="f67" fmla="*/ f51 f20 1"/>
              <a:gd name="f68" fmla="*/ f53 f21 1"/>
              <a:gd name="f69" fmla="*/ f52 f21 1"/>
              <a:gd name="f70" fmla="*/ f55 f20 1"/>
              <a:gd name="f71" fmla="*/ f56 f21 1"/>
              <a:gd name="f72" fmla="*/ f57 f20 1"/>
              <a:gd name="f73" fmla="*/ f58 f21 1"/>
              <a:gd name="f74" fmla="*/ f59 f20 1"/>
              <a:gd name="f75" fmla="*/ f60 f21 1"/>
              <a:gd name="f76" fmla="*/ f61 f20 1"/>
              <a:gd name="f77" fmla="*/ f62 f21 1"/>
              <a:gd name="f78" fmla="*/ f63 f20 1"/>
              <a:gd name="f79" fmla="*/ f64 f21 1"/>
              <a:gd name="f80" fmla="*/ f65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4">
                <a:pos x="f70" y="f71"/>
              </a:cxn>
              <a:cxn ang="f54">
                <a:pos x="f72" y="f73"/>
              </a:cxn>
              <a:cxn ang="f54">
                <a:pos x="f74" y="f75"/>
              </a:cxn>
              <a:cxn ang="f54">
                <a:pos x="f76" y="f77"/>
              </a:cxn>
              <a:cxn ang="f54">
                <a:pos x="f78" y="f79"/>
              </a:cxn>
              <a:cxn ang="f54">
                <a:pos x="f78" y="f80"/>
              </a:cxn>
              <a:cxn ang="f54">
                <a:pos x="f70" y="f71"/>
              </a:cxn>
            </a:cxnLst>
            <a:rect l="f66" t="f69" r="f67" b="f68"/>
            <a:pathLst>
              <a:path w="4398682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6" y="f15"/>
                </a:cubicBezTo>
                <a:lnTo>
                  <a:pt x="f16" y="f7"/>
                </a:lnTo>
                <a:lnTo>
                  <a:pt x="f5" y="f17"/>
                </a:lnTo>
                <a:lnTo>
                  <a:pt x="f5" y="f18"/>
                </a:lnTo>
                <a:lnTo>
                  <a:pt x="f8" y="f5"/>
                </a:lnTo>
                <a:close/>
              </a:path>
            </a:pathLst>
          </a:custGeom>
          <a:solidFill>
            <a:srgbClr val="8FAAD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0" cap="none" spc="0" baseline="0%">
              <a:solidFill>
                <a:srgbClr val="FFFFFF"/>
              </a:solidFill>
              <a:uFillTx/>
              <a:latin typeface="Posterama Text SemiBold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A0C99B6-E62B-42FB-95F7-34BF4DE2C765}"/>
              </a:ext>
            </a:extLst>
          </p:cNvPr>
          <p:cNvSpPr/>
          <p:nvPr/>
        </p:nvSpPr>
        <p:spPr>
          <a:xfrm>
            <a:off x="5429030" y="393338"/>
            <a:ext cx="1244909" cy="140524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42358998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purl.oclc.org/ooxml/drawingml/main" xmlns:r="http://purl.oclc.org/ooxml/officeDocument/relationships" xmlns:p="http://purl.oclc.org/ooxml/presentationml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AC3701-99B8-721E-8DC2-DEC99C442761}"/>
              </a:ext>
            </a:extLst>
          </p:cNvPr>
          <p:cNvSpPr/>
          <p:nvPr/>
        </p:nvSpPr>
        <p:spPr>
          <a:xfrm>
            <a:off x="0" y="2860782"/>
            <a:ext cx="2004565" cy="36765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004570"/>
              <a:gd name="f7" fmla="val 3676532"/>
              <a:gd name="f8" fmla="val 417538"/>
              <a:gd name="f9" fmla="val 925683"/>
              <a:gd name="f10" fmla="val 2763949"/>
              <a:gd name="f11" fmla="val 413202"/>
              <a:gd name="f12" fmla="val 3439338"/>
              <a:gd name="f13" fmla="val 241075"/>
              <a:gd name="f14" fmla="+- 0 0 -90"/>
              <a:gd name="f15" fmla="*/ f3 1 2004570"/>
              <a:gd name="f16" fmla="*/ f4 1 3676532"/>
              <a:gd name="f17" fmla="+- f7 0 f5"/>
              <a:gd name="f18" fmla="+- f6 0 f5"/>
              <a:gd name="f19" fmla="*/ f14 f0 1"/>
              <a:gd name="f20" fmla="*/ f18 1 2004570"/>
              <a:gd name="f21" fmla="*/ f17 1 3676532"/>
              <a:gd name="f22" fmla="*/ 417538 f18 1"/>
              <a:gd name="f23" fmla="*/ 0 f17 1"/>
              <a:gd name="f24" fmla="*/ 2004570 f18 1"/>
              <a:gd name="f25" fmla="*/ 925683 f17 1"/>
              <a:gd name="f26" fmla="*/ 2763949 f17 1"/>
              <a:gd name="f27" fmla="*/ 413202 f18 1"/>
              <a:gd name="f28" fmla="*/ 3676532 f17 1"/>
              <a:gd name="f29" fmla="*/ 0 f18 1"/>
              <a:gd name="f30" fmla="*/ 3439338 f17 1"/>
              <a:gd name="f31" fmla="*/ 241075 f17 1"/>
              <a:gd name="f32" fmla="*/ f19 1 f2"/>
              <a:gd name="f33" fmla="*/ f22 1 2004570"/>
              <a:gd name="f34" fmla="*/ f23 1 3676532"/>
              <a:gd name="f35" fmla="*/ f24 1 2004570"/>
              <a:gd name="f36" fmla="*/ f25 1 3676532"/>
              <a:gd name="f37" fmla="*/ f26 1 3676532"/>
              <a:gd name="f38" fmla="*/ f27 1 2004570"/>
              <a:gd name="f39" fmla="*/ f28 1 3676532"/>
              <a:gd name="f40" fmla="*/ f29 1 2004570"/>
              <a:gd name="f41" fmla="*/ f30 1 3676532"/>
              <a:gd name="f42" fmla="*/ f31 1 3676532"/>
              <a:gd name="f43" fmla="*/ f5 1 f20"/>
              <a:gd name="f44" fmla="*/ f6 1 f20"/>
              <a:gd name="f45" fmla="*/ f5 1 f21"/>
              <a:gd name="f46" fmla="*/ f7 1 f21"/>
              <a:gd name="f47" fmla="+- f32 0 f1"/>
              <a:gd name="f48" fmla="*/ f33 1 f20"/>
              <a:gd name="f49" fmla="*/ f34 1 f21"/>
              <a:gd name="f50" fmla="*/ f35 1 f20"/>
              <a:gd name="f51" fmla="*/ f36 1 f21"/>
              <a:gd name="f52" fmla="*/ f37 1 f21"/>
              <a:gd name="f53" fmla="*/ f38 1 f20"/>
              <a:gd name="f54" fmla="*/ f39 1 f21"/>
              <a:gd name="f55" fmla="*/ f40 1 f20"/>
              <a:gd name="f56" fmla="*/ f41 1 f21"/>
              <a:gd name="f57" fmla="*/ f42 1 f21"/>
              <a:gd name="f58" fmla="*/ f43 f15 1"/>
              <a:gd name="f59" fmla="*/ f44 f15 1"/>
              <a:gd name="f60" fmla="*/ f46 f16 1"/>
              <a:gd name="f61" fmla="*/ f45 f16 1"/>
              <a:gd name="f62" fmla="*/ f48 f15 1"/>
              <a:gd name="f63" fmla="*/ f49 f16 1"/>
              <a:gd name="f64" fmla="*/ f50 f15 1"/>
              <a:gd name="f65" fmla="*/ f51 f16 1"/>
              <a:gd name="f66" fmla="*/ f52 f16 1"/>
              <a:gd name="f67" fmla="*/ f53 f15 1"/>
              <a:gd name="f68" fmla="*/ f54 f16 1"/>
              <a:gd name="f69" fmla="*/ f55 f15 1"/>
              <a:gd name="f70" fmla="*/ f56 f16 1"/>
              <a:gd name="f71" fmla="*/ f57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7">
                <a:pos x="f62" y="f63"/>
              </a:cxn>
              <a:cxn ang="f47">
                <a:pos x="f64" y="f65"/>
              </a:cxn>
              <a:cxn ang="f47">
                <a:pos x="f64" y="f66"/>
              </a:cxn>
              <a:cxn ang="f47">
                <a:pos x="f67" y="f68"/>
              </a:cxn>
              <a:cxn ang="f47">
                <a:pos x="f69" y="f70"/>
              </a:cxn>
              <a:cxn ang="f47">
                <a:pos x="f69" y="f71"/>
              </a:cxn>
            </a:cxnLst>
            <a:rect l="f58" t="f61" r="f59" b="f60"/>
            <a:pathLst>
              <a:path w="2004570" h="3676532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11" y="f7"/>
                </a:lnTo>
                <a:lnTo>
                  <a:pt x="f5" y="f12"/>
                </a:lnTo>
                <a:lnTo>
                  <a:pt x="f5" y="f13"/>
                </a:lnTo>
                <a:close/>
              </a:path>
            </a:pathLst>
          </a:custGeom>
          <a:solidFill>
            <a:srgbClr val="4472C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3" name="Freeform 15">
            <a:extLst>
              <a:ext uri="{FF2B5EF4-FFF2-40B4-BE49-F238E27FC236}">
                <a16:creationId xmlns:a16="http://schemas.microsoft.com/office/drawing/2014/main" id="{6075AC6E-A5D9-7F69-BB60-19F24BEA0E1D}"/>
              </a:ext>
            </a:extLst>
          </p:cNvPr>
          <p:cNvSpPr/>
          <p:nvPr/>
        </p:nvSpPr>
        <p:spPr>
          <a:xfrm flipH="1">
            <a:off x="657773" y="5253273"/>
            <a:ext cx="1710769" cy="162187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710765"/>
              <a:gd name="f7" fmla="val 1593273"/>
              <a:gd name="f8" fmla="val 852873"/>
              <a:gd name="f9" fmla="val 494134"/>
              <a:gd name="f10" fmla="val 1475410"/>
              <a:gd name="f11" fmla="val 206916"/>
              <a:gd name="f12" fmla="val 1502835"/>
              <a:gd name="f13" fmla="val 1709418"/>
              <a:gd name="f14" fmla="val 1475480"/>
              <a:gd name="f15" fmla="val 1707864"/>
              <a:gd name="f16" fmla="val 1146834"/>
              <a:gd name="f17" fmla="val 1711961"/>
              <a:gd name="f18" fmla="val 820449"/>
              <a:gd name="f19" fmla="val 1710407"/>
              <a:gd name="f20" fmla="val 491803"/>
              <a:gd name="f21" fmla="+- 0 0 -90"/>
              <a:gd name="f22" fmla="*/ f3 1 1710765"/>
              <a:gd name="f23" fmla="*/ f4 1 1593273"/>
              <a:gd name="f24" fmla="+- f7 0 f5"/>
              <a:gd name="f25" fmla="+- f6 0 f5"/>
              <a:gd name="f26" fmla="*/ f21 f0 1"/>
              <a:gd name="f27" fmla="*/ f25 1 1710765"/>
              <a:gd name="f28" fmla="*/ f24 1 1593273"/>
              <a:gd name="f29" fmla="*/ 852873 f25 1"/>
              <a:gd name="f30" fmla="*/ 0 f24 1"/>
              <a:gd name="f31" fmla="*/ 0 f25 1"/>
              <a:gd name="f32" fmla="*/ 494134 f24 1"/>
              <a:gd name="f33" fmla="*/ 1475410 f24 1"/>
              <a:gd name="f34" fmla="*/ 206916 f25 1"/>
              <a:gd name="f35" fmla="*/ 1593273 f24 1"/>
              <a:gd name="f36" fmla="*/ 1502835 f25 1"/>
              <a:gd name="f37" fmla="*/ 1709418 f25 1"/>
              <a:gd name="f38" fmla="*/ 1475480 f24 1"/>
              <a:gd name="f39" fmla="*/ 1710407 f25 1"/>
              <a:gd name="f40" fmla="*/ 491803 f24 1"/>
              <a:gd name="f41" fmla="*/ f26 1 f2"/>
              <a:gd name="f42" fmla="*/ f29 1 1710765"/>
              <a:gd name="f43" fmla="*/ f30 1 1593273"/>
              <a:gd name="f44" fmla="*/ f31 1 1710765"/>
              <a:gd name="f45" fmla="*/ f32 1 1593273"/>
              <a:gd name="f46" fmla="*/ f33 1 1593273"/>
              <a:gd name="f47" fmla="*/ f34 1 1710765"/>
              <a:gd name="f48" fmla="*/ f35 1 1593273"/>
              <a:gd name="f49" fmla="*/ f36 1 1710765"/>
              <a:gd name="f50" fmla="*/ f37 1 1710765"/>
              <a:gd name="f51" fmla="*/ f38 1 1593273"/>
              <a:gd name="f52" fmla="*/ f39 1 1710765"/>
              <a:gd name="f53" fmla="*/ f40 1 1593273"/>
              <a:gd name="f54" fmla="*/ f5 1 f27"/>
              <a:gd name="f55" fmla="*/ f6 1 f27"/>
              <a:gd name="f56" fmla="*/ f5 1 f28"/>
              <a:gd name="f57" fmla="*/ f7 1 f28"/>
              <a:gd name="f58" fmla="+- f41 0 f1"/>
              <a:gd name="f59" fmla="*/ f42 1 f27"/>
              <a:gd name="f60" fmla="*/ f43 1 f28"/>
              <a:gd name="f61" fmla="*/ f44 1 f27"/>
              <a:gd name="f62" fmla="*/ f45 1 f28"/>
              <a:gd name="f63" fmla="*/ f46 1 f28"/>
              <a:gd name="f64" fmla="*/ f47 1 f27"/>
              <a:gd name="f65" fmla="*/ f48 1 f28"/>
              <a:gd name="f66" fmla="*/ f49 1 f27"/>
              <a:gd name="f67" fmla="*/ f50 1 f27"/>
              <a:gd name="f68" fmla="*/ f51 1 f28"/>
              <a:gd name="f69" fmla="*/ f52 1 f27"/>
              <a:gd name="f70" fmla="*/ f53 1 f28"/>
              <a:gd name="f71" fmla="*/ f54 f22 1"/>
              <a:gd name="f72" fmla="*/ f55 f22 1"/>
              <a:gd name="f73" fmla="*/ f57 f23 1"/>
              <a:gd name="f74" fmla="*/ f56 f23 1"/>
              <a:gd name="f75" fmla="*/ f59 f22 1"/>
              <a:gd name="f76" fmla="*/ f60 f23 1"/>
              <a:gd name="f77" fmla="*/ f61 f22 1"/>
              <a:gd name="f78" fmla="*/ f62 f23 1"/>
              <a:gd name="f79" fmla="*/ f63 f23 1"/>
              <a:gd name="f80" fmla="*/ f64 f22 1"/>
              <a:gd name="f81" fmla="*/ f65 f23 1"/>
              <a:gd name="f82" fmla="*/ f66 f22 1"/>
              <a:gd name="f83" fmla="*/ f67 f22 1"/>
              <a:gd name="f84" fmla="*/ f68 f23 1"/>
              <a:gd name="f85" fmla="*/ f69 f22 1"/>
              <a:gd name="f86" fmla="*/ f70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8">
                <a:pos x="f75" y="f76"/>
              </a:cxn>
              <a:cxn ang="f58">
                <a:pos x="f77" y="f78"/>
              </a:cxn>
              <a:cxn ang="f58">
                <a:pos x="f77" y="f79"/>
              </a:cxn>
              <a:cxn ang="f58">
                <a:pos x="f80" y="f81"/>
              </a:cxn>
              <a:cxn ang="f58">
                <a:pos x="f82" y="f81"/>
              </a:cxn>
              <a:cxn ang="f58">
                <a:pos x="f83" y="f84"/>
              </a:cxn>
              <a:cxn ang="f58">
                <a:pos x="f85" y="f86"/>
              </a:cxn>
            </a:cxnLst>
            <a:rect l="f71" t="f74" r="f72" b="f73"/>
            <a:pathLst>
              <a:path w="1710765" h="1593273">
                <a:moveTo>
                  <a:pt x="f8" y="f5"/>
                </a:moveTo>
                <a:lnTo>
                  <a:pt x="f5" y="f9"/>
                </a:lnTo>
                <a:lnTo>
                  <a:pt x="f5" y="f10"/>
                </a:lnTo>
                <a:lnTo>
                  <a:pt x="f11" y="f7"/>
                </a:lnTo>
                <a:lnTo>
                  <a:pt x="f12" y="f7"/>
                </a:ln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lose/>
              </a:path>
            </a:pathLst>
          </a:custGeom>
          <a:noFill/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4" name="Freeform: Shape 24">
            <a:extLst>
              <a:ext uri="{FF2B5EF4-FFF2-40B4-BE49-F238E27FC236}">
                <a16:creationId xmlns:a16="http://schemas.microsoft.com/office/drawing/2014/main" id="{EB66B81F-E057-7A45-8FC4-18A263AA0631}"/>
              </a:ext>
            </a:extLst>
          </p:cNvPr>
          <p:cNvSpPr/>
          <p:nvPr/>
        </p:nvSpPr>
        <p:spPr>
          <a:xfrm flipH="1">
            <a:off x="2275429" y="4699055"/>
            <a:ext cx="668810" cy="78469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solidFill>
            <a:srgbClr val="8FAAD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91B1DDE0-A29E-E86B-6B20-F74A6A1F79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65576" y="1499616"/>
            <a:ext cx="7955279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02914C-099B-10F7-833C-A13526B4CCC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Posterama"/>
              <a:buAutoNum type="arabicPeriod"/>
              <a:defRPr sz="1800"/>
            </a:lvl1pPr>
            <a:lvl2pPr marL="1097280" indent="-512064">
              <a:buFont typeface="Posterama"/>
              <a:buAutoNum type="alphaLcPeriod"/>
              <a:defRPr sz="1800"/>
            </a:lvl2pPr>
            <a:lvl3pPr marL="1645920" indent="-512064">
              <a:buFont typeface="Posterama"/>
              <a:buAutoNum type="romanLcPeriod"/>
              <a:defRPr sz="1800"/>
            </a:lvl3pPr>
            <a:lvl4pPr marL="2194560" indent="-512064">
              <a:buFont typeface="Posterama"/>
              <a:buAutoNum type="arabicParenR"/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163C53-B082-2E4C-0711-C9419FD86F4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%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%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%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%"/>
              </a:lnSpc>
              <a:spcBef>
                <a:spcPts val="0"/>
              </a:spcBef>
              <a:spcAft>
                <a:spcPts val="600"/>
              </a:spcAft>
              <a:defRPr sz="1800"/>
            </a:lvl4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8A224-FCA6-9E5B-0A83-EC0DF9D0DD9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65576" y="6217920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AF26541-DD76-E901-2711-77BF17D30A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80088A-07DA-44F9-8BCD-602B20DFD06B}" type="slidenum">
              <a:t>‹N›</a:t>
            </a:fld>
            <a:endParaRPr lang="en-US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1640021F-583B-FBB5-13D1-39C23B4EF4CD}"/>
              </a:ext>
            </a:extLst>
          </p:cNvPr>
          <p:cNvSpPr/>
          <p:nvPr/>
        </p:nvSpPr>
        <p:spPr>
          <a:xfrm>
            <a:off x="1198467" y="958949"/>
            <a:ext cx="1544732" cy="17436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387647"/>
              <a:gd name="f7" fmla="val 5032188"/>
              <a:gd name="f8" fmla="val 2187388"/>
              <a:gd name="f9" fmla="val 4386729"/>
              <a:gd name="f10" fmla="val 1261035"/>
              <a:gd name="f11" fmla="val 4390713"/>
              <a:gd name="f12" fmla="val 2103718"/>
              <a:gd name="f13" fmla="val 4380208"/>
              <a:gd name="f14" fmla="val 2940604"/>
              <a:gd name="f15" fmla="val 4384192"/>
              <a:gd name="f16" fmla="val 3783287"/>
              <a:gd name="f17" fmla="val 2193365"/>
              <a:gd name="f18" fmla="val 3783106"/>
              <a:gd name="f19" fmla="val 1267012"/>
              <a:gd name="f20" fmla="+- 0 0 -90"/>
              <a:gd name="f21" fmla="*/ f3 1 4387647"/>
              <a:gd name="f22" fmla="*/ f4 1 5032188"/>
              <a:gd name="f23" fmla="+- f7 0 f5"/>
              <a:gd name="f24" fmla="+- f6 0 f5"/>
              <a:gd name="f25" fmla="*/ f20 f0 1"/>
              <a:gd name="f26" fmla="*/ f24 1 4387647"/>
              <a:gd name="f27" fmla="*/ f23 1 5032188"/>
              <a:gd name="f28" fmla="*/ 0 f23 1"/>
              <a:gd name="f29" fmla="*/ 1261035 f23 1"/>
              <a:gd name="f30" fmla="*/ 5032188 f23 1"/>
              <a:gd name="f31" fmla="*/ 3783106 f23 1"/>
              <a:gd name="f32" fmla="*/ 1267012 f23 1"/>
              <a:gd name="f33" fmla="*/ 2187388 f24 1"/>
              <a:gd name="f34" fmla="*/ 4386729 f24 1"/>
              <a:gd name="f35" fmla="*/ 4384192 f24 1"/>
              <a:gd name="f36" fmla="*/ 3783287 f23 1"/>
              <a:gd name="f37" fmla="*/ 2193365 f24 1"/>
              <a:gd name="f38" fmla="*/ 0 f24 1"/>
              <a:gd name="f39" fmla="*/ f25 1 f2"/>
              <a:gd name="f40" fmla="*/ f28 1 5032188"/>
              <a:gd name="f41" fmla="*/ f29 1 5032188"/>
              <a:gd name="f42" fmla="*/ f30 1 5032188"/>
              <a:gd name="f43" fmla="*/ f31 1 5032188"/>
              <a:gd name="f44" fmla="*/ f32 1 5032188"/>
              <a:gd name="f45" fmla="*/ f33 1 4387647"/>
              <a:gd name="f46" fmla="*/ f34 1 4387647"/>
              <a:gd name="f47" fmla="*/ f35 1 4387647"/>
              <a:gd name="f48" fmla="*/ f36 1 5032188"/>
              <a:gd name="f49" fmla="*/ f37 1 4387647"/>
              <a:gd name="f50" fmla="*/ f38 1 4387647"/>
              <a:gd name="f51" fmla="*/ f5 1 f26"/>
              <a:gd name="f52" fmla="*/ f6 1 f26"/>
              <a:gd name="f53" fmla="*/ f5 1 f27"/>
              <a:gd name="f54" fmla="*/ f7 1 f27"/>
              <a:gd name="f55" fmla="+- f39 0 f1"/>
              <a:gd name="f56" fmla="*/ f45 1 f26"/>
              <a:gd name="f57" fmla="*/ f40 1 f27"/>
              <a:gd name="f58" fmla="*/ f46 1 f26"/>
              <a:gd name="f59" fmla="*/ f41 1 f27"/>
              <a:gd name="f60" fmla="*/ f47 1 f26"/>
              <a:gd name="f61" fmla="*/ f48 1 f27"/>
              <a:gd name="f62" fmla="*/ f49 1 f26"/>
              <a:gd name="f63" fmla="*/ f42 1 f27"/>
              <a:gd name="f64" fmla="*/ f50 1 f26"/>
              <a:gd name="f65" fmla="*/ f43 1 f27"/>
              <a:gd name="f66" fmla="*/ f44 1 f27"/>
              <a:gd name="f67" fmla="*/ f51 f21 1"/>
              <a:gd name="f68" fmla="*/ f52 f21 1"/>
              <a:gd name="f69" fmla="*/ f54 f22 1"/>
              <a:gd name="f70" fmla="*/ f53 f22 1"/>
              <a:gd name="f71" fmla="*/ f56 f21 1"/>
              <a:gd name="f72" fmla="*/ f57 f22 1"/>
              <a:gd name="f73" fmla="*/ f58 f21 1"/>
              <a:gd name="f74" fmla="*/ f59 f22 1"/>
              <a:gd name="f75" fmla="*/ f60 f21 1"/>
              <a:gd name="f76" fmla="*/ f61 f22 1"/>
              <a:gd name="f77" fmla="*/ f62 f21 1"/>
              <a:gd name="f78" fmla="*/ f63 f22 1"/>
              <a:gd name="f79" fmla="*/ f64 f21 1"/>
              <a:gd name="f80" fmla="*/ f65 f22 1"/>
              <a:gd name="f81" fmla="*/ f6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5">
                <a:pos x="f71" y="f72"/>
              </a:cxn>
              <a:cxn ang="f55">
                <a:pos x="f73" y="f74"/>
              </a:cxn>
              <a:cxn ang="f55">
                <a:pos x="f75" y="f76"/>
              </a:cxn>
              <a:cxn ang="f55">
                <a:pos x="f77" y="f78"/>
              </a:cxn>
              <a:cxn ang="f55">
                <a:pos x="f79" y="f80"/>
              </a:cxn>
              <a:cxn ang="f55">
                <a:pos x="f79" y="f81"/>
              </a:cxn>
              <a:cxn ang="f55">
                <a:pos x="f71" y="f72"/>
              </a:cxn>
            </a:cxnLst>
            <a:rect l="f67" t="f70" r="f68" b="f69"/>
            <a:pathLst>
              <a:path w="4387647" h="5032188">
                <a:moveTo>
                  <a:pt x="f8" y="f5"/>
                </a:moveTo>
                <a:lnTo>
                  <a:pt x="f9" y="f10"/>
                </a:lnTo>
                <a:cubicBezTo>
                  <a:pt x="f11" y="f12"/>
                  <a:pt x="f13" y="f14"/>
                  <a:pt x="f15" y="f16"/>
                </a:cubicBezTo>
                <a:lnTo>
                  <a:pt x="f17" y="f7"/>
                </a:lnTo>
                <a:lnTo>
                  <a:pt x="f5" y="f18"/>
                </a:lnTo>
                <a:lnTo>
                  <a:pt x="f5" y="f19"/>
                </a:lnTo>
                <a:lnTo>
                  <a:pt x="f8" y="f5"/>
                </a:lnTo>
                <a:close/>
              </a:path>
            </a:pathLst>
          </a:custGeom>
          <a:noFill/>
          <a:ln w="19046" cap="flat">
            <a:solidFill>
              <a:srgbClr val="AFABA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51950148-CCDE-5871-0DF7-9A61AF69EE24}"/>
              </a:ext>
            </a:extLst>
          </p:cNvPr>
          <p:cNvSpPr/>
          <p:nvPr/>
        </p:nvSpPr>
        <p:spPr>
          <a:xfrm>
            <a:off x="326742" y="0"/>
            <a:ext cx="1544357" cy="125484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544359"/>
              <a:gd name="f7" fmla="val 1254845"/>
              <a:gd name="f8" fmla="val 1543519"/>
              <a:gd name="f9" fmla="val 822090"/>
              <a:gd name="f10" fmla="val 772206"/>
              <a:gd name="f11" fmla="val 822027"/>
              <a:gd name="f12" fmla="+- 0 0 -90"/>
              <a:gd name="f13" fmla="*/ f3 1 1544359"/>
              <a:gd name="f14" fmla="*/ f4 1 1254845"/>
              <a:gd name="f15" fmla="+- f7 0 f5"/>
              <a:gd name="f16" fmla="+- f6 0 f5"/>
              <a:gd name="f17" fmla="*/ f12 f0 1"/>
              <a:gd name="f18" fmla="*/ f16 1 1544359"/>
              <a:gd name="f19" fmla="*/ f15 1 1254845"/>
              <a:gd name="f20" fmla="*/ 0 f16 1"/>
              <a:gd name="f21" fmla="*/ 0 f15 1"/>
              <a:gd name="f22" fmla="*/ 1544359 f16 1"/>
              <a:gd name="f23" fmla="*/ 1543519 f16 1"/>
              <a:gd name="f24" fmla="*/ 822090 f15 1"/>
              <a:gd name="f25" fmla="*/ 772206 f16 1"/>
              <a:gd name="f26" fmla="*/ 1254845 f15 1"/>
              <a:gd name="f27" fmla="*/ 822027 f15 1"/>
              <a:gd name="f28" fmla="*/ f17 1 f2"/>
              <a:gd name="f29" fmla="*/ f20 1 1544359"/>
              <a:gd name="f30" fmla="*/ f21 1 1254845"/>
              <a:gd name="f31" fmla="*/ f22 1 1544359"/>
              <a:gd name="f32" fmla="*/ f23 1 1544359"/>
              <a:gd name="f33" fmla="*/ f24 1 1254845"/>
              <a:gd name="f34" fmla="*/ f25 1 1544359"/>
              <a:gd name="f35" fmla="*/ f26 1 1254845"/>
              <a:gd name="f36" fmla="*/ f27 1 1254845"/>
              <a:gd name="f37" fmla="*/ f5 1 f18"/>
              <a:gd name="f38" fmla="*/ f6 1 f18"/>
              <a:gd name="f39" fmla="*/ f5 1 f19"/>
              <a:gd name="f40" fmla="*/ f7 1 f19"/>
              <a:gd name="f41" fmla="+- f28 0 f1"/>
              <a:gd name="f42" fmla="*/ f29 1 f18"/>
              <a:gd name="f43" fmla="*/ f30 1 f19"/>
              <a:gd name="f44" fmla="*/ f31 1 f18"/>
              <a:gd name="f45" fmla="*/ f32 1 f18"/>
              <a:gd name="f46" fmla="*/ f33 1 f19"/>
              <a:gd name="f47" fmla="*/ f34 1 f18"/>
              <a:gd name="f48" fmla="*/ f35 1 f19"/>
              <a:gd name="f49" fmla="*/ f36 1 f19"/>
              <a:gd name="f50" fmla="*/ f37 f13 1"/>
              <a:gd name="f51" fmla="*/ f38 f13 1"/>
              <a:gd name="f52" fmla="*/ f40 f14 1"/>
              <a:gd name="f53" fmla="*/ f39 f14 1"/>
              <a:gd name="f54" fmla="*/ f42 f13 1"/>
              <a:gd name="f55" fmla="*/ f43 f14 1"/>
              <a:gd name="f56" fmla="*/ f44 f13 1"/>
              <a:gd name="f57" fmla="*/ f45 f13 1"/>
              <a:gd name="f58" fmla="*/ f46 f14 1"/>
              <a:gd name="f59" fmla="*/ f47 f13 1"/>
              <a:gd name="f60" fmla="*/ f48 f14 1"/>
              <a:gd name="f61" fmla="*/ f49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1">
                <a:pos x="f54" y="f55"/>
              </a:cxn>
              <a:cxn ang="f41">
                <a:pos x="f56" y="f55"/>
              </a:cxn>
              <a:cxn ang="f41">
                <a:pos x="f57" y="f58"/>
              </a:cxn>
              <a:cxn ang="f41">
                <a:pos x="f59" y="f60"/>
              </a:cxn>
              <a:cxn ang="f41">
                <a:pos x="f54" y="f61"/>
              </a:cxn>
            </a:cxnLst>
            <a:rect l="f50" t="f53" r="f51" b="f52"/>
            <a:pathLst>
              <a:path w="1544359" h="1254845">
                <a:moveTo>
                  <a:pt x="f5" y="f5"/>
                </a:moveTo>
                <a:lnTo>
                  <a:pt x="f6" y="f5"/>
                </a:lnTo>
                <a:lnTo>
                  <a:pt x="f8" y="f9"/>
                </a:lnTo>
                <a:lnTo>
                  <a:pt x="f10" y="f7"/>
                </a:lnTo>
                <a:lnTo>
                  <a:pt x="f5" y="f11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25946062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purl.oclc.org/ooxml/drawingml/main" xmlns:r="http://purl.oclc.org/ooxml/officeDocument/relationships" xmlns:p="http://purl.oclc.org/ooxml/presentationml/main" preserve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6">
            <a:extLst>
              <a:ext uri="{FF2B5EF4-FFF2-40B4-BE49-F238E27FC236}">
                <a16:creationId xmlns:a16="http://schemas.microsoft.com/office/drawing/2014/main" id="{6CA112ED-61E2-8C48-31F8-9042C3E244D1}"/>
              </a:ext>
            </a:extLst>
          </p:cNvPr>
          <p:cNvSpPr/>
          <p:nvPr/>
        </p:nvSpPr>
        <p:spPr>
          <a:xfrm>
            <a:off x="410355" y="12435"/>
            <a:ext cx="1455523" cy="101912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455521"/>
              <a:gd name="f7" fmla="val 1019127"/>
              <a:gd name="f8" fmla="val 219223"/>
              <a:gd name="f9" fmla="val 1236298"/>
              <a:gd name="f10" fmla="val 385779"/>
              <a:gd name="f11" fmla="val 1095615"/>
              <a:gd name="f12" fmla="val 359906"/>
              <a:gd name="f13" fmla="+- 0 0 -90"/>
              <a:gd name="f14" fmla="*/ f3 1 1455521"/>
              <a:gd name="f15" fmla="*/ f4 1 1019127"/>
              <a:gd name="f16" fmla="+- f7 0 f5"/>
              <a:gd name="f17" fmla="+- f6 0 f5"/>
              <a:gd name="f18" fmla="*/ f13 f0 1"/>
              <a:gd name="f19" fmla="*/ f17 1 1455521"/>
              <a:gd name="f20" fmla="*/ f16 1 1019127"/>
              <a:gd name="f21" fmla="*/ 219223 f17 1"/>
              <a:gd name="f22" fmla="*/ 0 f16 1"/>
              <a:gd name="f23" fmla="*/ 1236298 f17 1"/>
              <a:gd name="f24" fmla="*/ 1455521 f17 1"/>
              <a:gd name="f25" fmla="*/ 385779 f16 1"/>
              <a:gd name="f26" fmla="*/ 1095615 f17 1"/>
              <a:gd name="f27" fmla="*/ 1019127 f16 1"/>
              <a:gd name="f28" fmla="*/ 359906 f17 1"/>
              <a:gd name="f29" fmla="*/ 0 f17 1"/>
              <a:gd name="f30" fmla="*/ f18 1 f2"/>
              <a:gd name="f31" fmla="*/ f21 1 1455521"/>
              <a:gd name="f32" fmla="*/ f22 1 1019127"/>
              <a:gd name="f33" fmla="*/ f23 1 1455521"/>
              <a:gd name="f34" fmla="*/ f24 1 1455521"/>
              <a:gd name="f35" fmla="*/ f25 1 1019127"/>
              <a:gd name="f36" fmla="*/ f26 1 1455521"/>
              <a:gd name="f37" fmla="*/ f27 1 1019127"/>
              <a:gd name="f38" fmla="*/ f28 1 1455521"/>
              <a:gd name="f39" fmla="*/ f29 1 1455521"/>
              <a:gd name="f40" fmla="*/ f5 1 f19"/>
              <a:gd name="f41" fmla="*/ f6 1 f19"/>
              <a:gd name="f42" fmla="*/ f5 1 f20"/>
              <a:gd name="f43" fmla="*/ f7 1 f20"/>
              <a:gd name="f44" fmla="+- f30 0 f1"/>
              <a:gd name="f45" fmla="*/ f31 1 f19"/>
              <a:gd name="f46" fmla="*/ f32 1 f20"/>
              <a:gd name="f47" fmla="*/ f33 1 f19"/>
              <a:gd name="f48" fmla="*/ f34 1 f19"/>
              <a:gd name="f49" fmla="*/ f35 1 f20"/>
              <a:gd name="f50" fmla="*/ f36 1 f19"/>
              <a:gd name="f51" fmla="*/ f37 1 f20"/>
              <a:gd name="f52" fmla="*/ f38 1 f19"/>
              <a:gd name="f53" fmla="*/ f39 1 f19"/>
              <a:gd name="f54" fmla="*/ f40 f14 1"/>
              <a:gd name="f55" fmla="*/ f41 f14 1"/>
              <a:gd name="f56" fmla="*/ f43 f15 1"/>
              <a:gd name="f57" fmla="*/ f42 f15 1"/>
              <a:gd name="f58" fmla="*/ f45 f14 1"/>
              <a:gd name="f59" fmla="*/ f46 f15 1"/>
              <a:gd name="f60" fmla="*/ f47 f14 1"/>
              <a:gd name="f61" fmla="*/ f48 f14 1"/>
              <a:gd name="f62" fmla="*/ f49 f15 1"/>
              <a:gd name="f63" fmla="*/ f50 f14 1"/>
              <a:gd name="f64" fmla="*/ f51 f15 1"/>
              <a:gd name="f65" fmla="*/ f52 f14 1"/>
              <a:gd name="f66" fmla="*/ f53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8" y="f59"/>
              </a:cxn>
              <a:cxn ang="f44">
                <a:pos x="f60" y="f59"/>
              </a:cxn>
              <a:cxn ang="f44">
                <a:pos x="f61" y="f62"/>
              </a:cxn>
              <a:cxn ang="f44">
                <a:pos x="f63" y="f64"/>
              </a:cxn>
              <a:cxn ang="f44">
                <a:pos x="f65" y="f64"/>
              </a:cxn>
              <a:cxn ang="f44">
                <a:pos x="f66" y="f62"/>
              </a:cxn>
            </a:cxnLst>
            <a:rect l="f54" t="f57" r="f55" b="f56"/>
            <a:pathLst>
              <a:path w="1455521" h="1019127">
                <a:moveTo>
                  <a:pt x="f8" y="f5"/>
                </a:moveTo>
                <a:lnTo>
                  <a:pt x="f9" y="f5"/>
                </a:lnTo>
                <a:lnTo>
                  <a:pt x="f6" y="f10"/>
                </a:lnTo>
                <a:lnTo>
                  <a:pt x="f11" y="f7"/>
                </a:lnTo>
                <a:lnTo>
                  <a:pt x="f12" y="f7"/>
                </a:lnTo>
                <a:lnTo>
                  <a:pt x="f5" y="f10"/>
                </a:lnTo>
                <a:close/>
              </a:path>
            </a:pathLst>
          </a:custGeom>
          <a:solidFill>
            <a:srgbClr val="4472C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3" name="Hexagon 15">
            <a:extLst>
              <a:ext uri="{FF2B5EF4-FFF2-40B4-BE49-F238E27FC236}">
                <a16:creationId xmlns:a16="http://schemas.microsoft.com/office/drawing/2014/main" id="{F78E12C9-41A2-8E25-167F-3C7A75E706E2}"/>
              </a:ext>
            </a:extLst>
          </p:cNvPr>
          <p:cNvSpPr/>
          <p:nvPr/>
        </p:nvSpPr>
        <p:spPr>
          <a:xfrm>
            <a:off x="1579488" y="450003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85A3C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4" name="Hexagon 17">
            <a:extLst>
              <a:ext uri="{FF2B5EF4-FFF2-40B4-BE49-F238E27FC236}">
                <a16:creationId xmlns:a16="http://schemas.microsoft.com/office/drawing/2014/main" id="{D2BFBB9C-AB6C-CF9E-86F4-80C83F3F2236}"/>
              </a:ext>
            </a:extLst>
          </p:cNvPr>
          <p:cNvSpPr/>
          <p:nvPr/>
        </p:nvSpPr>
        <p:spPr>
          <a:xfrm>
            <a:off x="412220" y="1136471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5" name="Hexagon 19">
            <a:extLst>
              <a:ext uri="{FF2B5EF4-FFF2-40B4-BE49-F238E27FC236}">
                <a16:creationId xmlns:a16="http://schemas.microsoft.com/office/drawing/2014/main" id="{E81EB0E8-32A7-D85C-161D-8DF56180F1F5}"/>
              </a:ext>
            </a:extLst>
          </p:cNvPr>
          <p:cNvSpPr/>
          <p:nvPr/>
        </p:nvSpPr>
        <p:spPr>
          <a:xfrm>
            <a:off x="1580074" y="1812441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E7E6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6" name="Hexagon 21">
            <a:extLst>
              <a:ext uri="{FF2B5EF4-FFF2-40B4-BE49-F238E27FC236}">
                <a16:creationId xmlns:a16="http://schemas.microsoft.com/office/drawing/2014/main" id="{556C5B0F-FFB7-761C-9F75-2F6668416ECE}"/>
              </a:ext>
            </a:extLst>
          </p:cNvPr>
          <p:cNvSpPr/>
          <p:nvPr/>
        </p:nvSpPr>
        <p:spPr>
          <a:xfrm>
            <a:off x="3953774" y="4582168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85A3C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7" name="Freeform 43">
            <a:extLst>
              <a:ext uri="{FF2B5EF4-FFF2-40B4-BE49-F238E27FC236}">
                <a16:creationId xmlns:a16="http://schemas.microsoft.com/office/drawing/2014/main" id="{754090EB-EDA1-5DD8-335E-9049D69EDF32}"/>
              </a:ext>
            </a:extLst>
          </p:cNvPr>
          <p:cNvSpPr/>
          <p:nvPr/>
        </p:nvSpPr>
        <p:spPr>
          <a:xfrm>
            <a:off x="3955758" y="5952140"/>
            <a:ext cx="1455523" cy="93255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455521"/>
              <a:gd name="f7" fmla="val 932559"/>
              <a:gd name="f8" fmla="val 359906"/>
              <a:gd name="f9" fmla="val 1095615"/>
              <a:gd name="f10" fmla="val 633348"/>
              <a:gd name="f11" fmla="val 1285492"/>
              <a:gd name="f12" fmla="val 170030"/>
              <a:gd name="f13" fmla="+- 0 0 -90"/>
              <a:gd name="f14" fmla="*/ f3 1 1455521"/>
              <a:gd name="f15" fmla="*/ f4 1 932559"/>
              <a:gd name="f16" fmla="+- f7 0 f5"/>
              <a:gd name="f17" fmla="+- f6 0 f5"/>
              <a:gd name="f18" fmla="*/ f13 f0 1"/>
              <a:gd name="f19" fmla="*/ f17 1 1455521"/>
              <a:gd name="f20" fmla="*/ f16 1 932559"/>
              <a:gd name="f21" fmla="*/ 359906 f17 1"/>
              <a:gd name="f22" fmla="*/ 0 f16 1"/>
              <a:gd name="f23" fmla="*/ 1095615 f17 1"/>
              <a:gd name="f24" fmla="*/ 1455521 f17 1"/>
              <a:gd name="f25" fmla="*/ 633348 f16 1"/>
              <a:gd name="f26" fmla="*/ 1285492 f17 1"/>
              <a:gd name="f27" fmla="*/ 932559 f16 1"/>
              <a:gd name="f28" fmla="*/ 170030 f17 1"/>
              <a:gd name="f29" fmla="*/ 0 f17 1"/>
              <a:gd name="f30" fmla="*/ f18 1 f2"/>
              <a:gd name="f31" fmla="*/ f21 1 1455521"/>
              <a:gd name="f32" fmla="*/ f22 1 932559"/>
              <a:gd name="f33" fmla="*/ f23 1 1455521"/>
              <a:gd name="f34" fmla="*/ f24 1 1455521"/>
              <a:gd name="f35" fmla="*/ f25 1 932559"/>
              <a:gd name="f36" fmla="*/ f26 1 1455521"/>
              <a:gd name="f37" fmla="*/ f27 1 932559"/>
              <a:gd name="f38" fmla="*/ f28 1 1455521"/>
              <a:gd name="f39" fmla="*/ f29 1 1455521"/>
              <a:gd name="f40" fmla="*/ f5 1 f19"/>
              <a:gd name="f41" fmla="*/ f6 1 f19"/>
              <a:gd name="f42" fmla="*/ f5 1 f20"/>
              <a:gd name="f43" fmla="*/ f7 1 f20"/>
              <a:gd name="f44" fmla="+- f30 0 f1"/>
              <a:gd name="f45" fmla="*/ f31 1 f19"/>
              <a:gd name="f46" fmla="*/ f32 1 f20"/>
              <a:gd name="f47" fmla="*/ f33 1 f19"/>
              <a:gd name="f48" fmla="*/ f34 1 f19"/>
              <a:gd name="f49" fmla="*/ f35 1 f20"/>
              <a:gd name="f50" fmla="*/ f36 1 f19"/>
              <a:gd name="f51" fmla="*/ f37 1 f20"/>
              <a:gd name="f52" fmla="*/ f38 1 f19"/>
              <a:gd name="f53" fmla="*/ f39 1 f19"/>
              <a:gd name="f54" fmla="*/ f40 f14 1"/>
              <a:gd name="f55" fmla="*/ f41 f14 1"/>
              <a:gd name="f56" fmla="*/ f43 f15 1"/>
              <a:gd name="f57" fmla="*/ f42 f15 1"/>
              <a:gd name="f58" fmla="*/ f45 f14 1"/>
              <a:gd name="f59" fmla="*/ f46 f15 1"/>
              <a:gd name="f60" fmla="*/ f47 f14 1"/>
              <a:gd name="f61" fmla="*/ f48 f14 1"/>
              <a:gd name="f62" fmla="*/ f49 f15 1"/>
              <a:gd name="f63" fmla="*/ f50 f14 1"/>
              <a:gd name="f64" fmla="*/ f51 f15 1"/>
              <a:gd name="f65" fmla="*/ f52 f14 1"/>
              <a:gd name="f66" fmla="*/ f53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8" y="f59"/>
              </a:cxn>
              <a:cxn ang="f44">
                <a:pos x="f60" y="f59"/>
              </a:cxn>
              <a:cxn ang="f44">
                <a:pos x="f61" y="f62"/>
              </a:cxn>
              <a:cxn ang="f44">
                <a:pos x="f63" y="f64"/>
              </a:cxn>
              <a:cxn ang="f44">
                <a:pos x="f65" y="f64"/>
              </a:cxn>
              <a:cxn ang="f44">
                <a:pos x="f66" y="f62"/>
              </a:cxn>
            </a:cxnLst>
            <a:rect l="f54" t="f57" r="f55" b="f56"/>
            <a:pathLst>
              <a:path w="1455521" h="932559">
                <a:moveTo>
                  <a:pt x="f8" y="f5"/>
                </a:moveTo>
                <a:lnTo>
                  <a:pt x="f9" y="f5"/>
                </a:lnTo>
                <a:lnTo>
                  <a:pt x="f6" y="f10"/>
                </a:lnTo>
                <a:lnTo>
                  <a:pt x="f11" y="f7"/>
                </a:lnTo>
                <a:lnTo>
                  <a:pt x="f12" y="f7"/>
                </a:lnTo>
                <a:lnTo>
                  <a:pt x="f5" y="f10"/>
                </a:lnTo>
                <a:close/>
              </a:path>
            </a:pathLst>
          </a:custGeom>
          <a:solidFill>
            <a:srgbClr val="DCE9F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8" name="Hexagon 27">
            <a:extLst>
              <a:ext uri="{FF2B5EF4-FFF2-40B4-BE49-F238E27FC236}">
                <a16:creationId xmlns:a16="http://schemas.microsoft.com/office/drawing/2014/main" id="{CB75F299-95FF-0DD7-AA87-1DD587E854C5}"/>
              </a:ext>
            </a:extLst>
          </p:cNvPr>
          <p:cNvSpPr/>
          <p:nvPr/>
        </p:nvSpPr>
        <p:spPr>
          <a:xfrm>
            <a:off x="2784000" y="5245446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B8390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9" name="Hexagon 21">
            <a:extLst>
              <a:ext uri="{FF2B5EF4-FFF2-40B4-BE49-F238E27FC236}">
                <a16:creationId xmlns:a16="http://schemas.microsoft.com/office/drawing/2014/main" id="{03FB60DD-2413-9E79-B0B6-E1A3F315E26A}"/>
              </a:ext>
            </a:extLst>
          </p:cNvPr>
          <p:cNvSpPr/>
          <p:nvPr/>
        </p:nvSpPr>
        <p:spPr>
          <a:xfrm>
            <a:off x="2757263" y="2493385"/>
            <a:ext cx="1467566" cy="130597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noFill/>
          <a:ln w="19046" cap="flat">
            <a:solidFill>
              <a:srgbClr val="D844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0" name="Hexagon 28">
            <a:extLst>
              <a:ext uri="{FF2B5EF4-FFF2-40B4-BE49-F238E27FC236}">
                <a16:creationId xmlns:a16="http://schemas.microsoft.com/office/drawing/2014/main" id="{C5D89C08-A76E-C2B0-8094-28E63FE7A304}"/>
              </a:ext>
            </a:extLst>
          </p:cNvPr>
          <p:cNvSpPr/>
          <p:nvPr/>
        </p:nvSpPr>
        <p:spPr>
          <a:xfrm>
            <a:off x="2767148" y="3880622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334D6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1" name="Freeform 42">
            <a:extLst>
              <a:ext uri="{FF2B5EF4-FFF2-40B4-BE49-F238E27FC236}">
                <a16:creationId xmlns:a16="http://schemas.microsoft.com/office/drawing/2014/main" id="{5978D104-C685-BCC1-FE31-AAFA4603E914}"/>
              </a:ext>
            </a:extLst>
          </p:cNvPr>
          <p:cNvSpPr/>
          <p:nvPr/>
        </p:nvSpPr>
        <p:spPr>
          <a:xfrm>
            <a:off x="3703" y="448129"/>
            <a:ext cx="678868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78871"/>
              <a:gd name="f7" fmla="val 1266696"/>
              <a:gd name="f8" fmla="val 318965"/>
              <a:gd name="f9" fmla="val 633348"/>
              <a:gd name="f10" fmla="+- 0 0 -90"/>
              <a:gd name="f11" fmla="*/ f3 1 678871"/>
              <a:gd name="f12" fmla="*/ f4 1 1266696"/>
              <a:gd name="f13" fmla="+- f7 0 f5"/>
              <a:gd name="f14" fmla="+- f6 0 f5"/>
              <a:gd name="f15" fmla="*/ f10 f0 1"/>
              <a:gd name="f16" fmla="*/ f14 1 678871"/>
              <a:gd name="f17" fmla="*/ f13 1 1266696"/>
              <a:gd name="f18" fmla="*/ 0 f14 1"/>
              <a:gd name="f19" fmla="*/ 0 f13 1"/>
              <a:gd name="f20" fmla="*/ 318965 f14 1"/>
              <a:gd name="f21" fmla="*/ 678871 f14 1"/>
              <a:gd name="f22" fmla="*/ 633348 f13 1"/>
              <a:gd name="f23" fmla="*/ 1266696 f13 1"/>
              <a:gd name="f24" fmla="*/ f15 1 f2"/>
              <a:gd name="f25" fmla="*/ f18 1 678871"/>
              <a:gd name="f26" fmla="*/ f19 1 1266696"/>
              <a:gd name="f27" fmla="*/ f20 1 678871"/>
              <a:gd name="f28" fmla="*/ f21 1 678871"/>
              <a:gd name="f29" fmla="*/ f22 1 1266696"/>
              <a:gd name="f30" fmla="*/ f23 1 1266696"/>
              <a:gd name="f31" fmla="*/ f5 1 f16"/>
              <a:gd name="f32" fmla="*/ f6 1 f16"/>
              <a:gd name="f33" fmla="*/ f5 1 f17"/>
              <a:gd name="f34" fmla="*/ f7 1 f17"/>
              <a:gd name="f35" fmla="+- f24 0 f1"/>
              <a:gd name="f36" fmla="*/ f25 1 f16"/>
              <a:gd name="f37" fmla="*/ f26 1 f17"/>
              <a:gd name="f38" fmla="*/ f27 1 f16"/>
              <a:gd name="f39" fmla="*/ f28 1 f16"/>
              <a:gd name="f40" fmla="*/ f29 1 f17"/>
              <a:gd name="f41" fmla="*/ f30 1 f17"/>
              <a:gd name="f42" fmla="*/ f31 f11 1"/>
              <a:gd name="f43" fmla="*/ f32 f11 1"/>
              <a:gd name="f44" fmla="*/ f34 f12 1"/>
              <a:gd name="f45" fmla="*/ f33 f12 1"/>
              <a:gd name="f46" fmla="*/ f36 f11 1"/>
              <a:gd name="f47" fmla="*/ f37 f12 1"/>
              <a:gd name="f48" fmla="*/ f38 f11 1"/>
              <a:gd name="f49" fmla="*/ f39 f11 1"/>
              <a:gd name="f50" fmla="*/ f40 f12 1"/>
              <a:gd name="f51" fmla="*/ f41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6" y="f47"/>
              </a:cxn>
              <a:cxn ang="f35">
                <a:pos x="f48" y="f47"/>
              </a:cxn>
              <a:cxn ang="f35">
                <a:pos x="f49" y="f50"/>
              </a:cxn>
              <a:cxn ang="f35">
                <a:pos x="f48" y="f51"/>
              </a:cxn>
              <a:cxn ang="f35">
                <a:pos x="f46" y="f51"/>
              </a:cxn>
            </a:cxnLst>
            <a:rect l="f42" t="f45" r="f43" b="f44"/>
            <a:pathLst>
              <a:path w="678871" h="1266696">
                <a:moveTo>
                  <a:pt x="f5" y="f5"/>
                </a:moveTo>
                <a:lnTo>
                  <a:pt x="f8" y="f5"/>
                </a:lnTo>
                <a:lnTo>
                  <a:pt x="f6" y="f9"/>
                </a:lnTo>
                <a:lnTo>
                  <a:pt x="f8" y="f7"/>
                </a:lnTo>
                <a:lnTo>
                  <a:pt x="f5" y="f7"/>
                </a:lnTo>
                <a:close/>
              </a:path>
            </a:pathLst>
          </a:custGeom>
          <a:noFill/>
          <a:ln w="19046" cap="flat">
            <a:solidFill>
              <a:srgbClr val="8FAAD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2" name="Hexagon 31">
            <a:extLst>
              <a:ext uri="{FF2B5EF4-FFF2-40B4-BE49-F238E27FC236}">
                <a16:creationId xmlns:a16="http://schemas.microsoft.com/office/drawing/2014/main" id="{8EAA6785-137B-4DDF-1850-458FF388E1F8}"/>
              </a:ext>
            </a:extLst>
          </p:cNvPr>
          <p:cNvSpPr/>
          <p:nvPr/>
        </p:nvSpPr>
        <p:spPr>
          <a:xfrm>
            <a:off x="1580357" y="3182788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noFill/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3" name="Hexagon 28">
            <a:extLst>
              <a:ext uri="{FF2B5EF4-FFF2-40B4-BE49-F238E27FC236}">
                <a16:creationId xmlns:a16="http://schemas.microsoft.com/office/drawing/2014/main" id="{1C410BDA-7E89-F7CA-C37D-D00D5CE9CF36}"/>
              </a:ext>
            </a:extLst>
          </p:cNvPr>
          <p:cNvSpPr/>
          <p:nvPr/>
        </p:nvSpPr>
        <p:spPr>
          <a:xfrm>
            <a:off x="396273" y="2511646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334D6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12317506-DAF4-B3F2-AFBD-D08A04F4C865}"/>
              </a:ext>
            </a:extLst>
          </p:cNvPr>
          <p:cNvSpPr/>
          <p:nvPr/>
        </p:nvSpPr>
        <p:spPr>
          <a:xfrm>
            <a:off x="6334981" y="5962235"/>
            <a:ext cx="1455523" cy="90156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455521"/>
              <a:gd name="f7" fmla="val 901561"/>
              <a:gd name="f8" fmla="val 359906"/>
              <a:gd name="f9" fmla="val 1095615"/>
              <a:gd name="f10" fmla="val 633348"/>
              <a:gd name="f11" fmla="val 1303107"/>
              <a:gd name="f12" fmla="val 152415"/>
              <a:gd name="f13" fmla="+- 0 0 -90"/>
              <a:gd name="f14" fmla="*/ f3 1 1455521"/>
              <a:gd name="f15" fmla="*/ f4 1 901561"/>
              <a:gd name="f16" fmla="+- f7 0 f5"/>
              <a:gd name="f17" fmla="+- f6 0 f5"/>
              <a:gd name="f18" fmla="*/ f13 f0 1"/>
              <a:gd name="f19" fmla="*/ f17 1 1455521"/>
              <a:gd name="f20" fmla="*/ f16 1 901561"/>
              <a:gd name="f21" fmla="*/ 359906 f17 1"/>
              <a:gd name="f22" fmla="*/ 0 f16 1"/>
              <a:gd name="f23" fmla="*/ 1095615 f17 1"/>
              <a:gd name="f24" fmla="*/ 1455521 f17 1"/>
              <a:gd name="f25" fmla="*/ 633348 f16 1"/>
              <a:gd name="f26" fmla="*/ 1303107 f17 1"/>
              <a:gd name="f27" fmla="*/ 901561 f16 1"/>
              <a:gd name="f28" fmla="*/ 152415 f17 1"/>
              <a:gd name="f29" fmla="*/ 0 f17 1"/>
              <a:gd name="f30" fmla="*/ f18 1 f2"/>
              <a:gd name="f31" fmla="*/ f21 1 1455521"/>
              <a:gd name="f32" fmla="*/ f22 1 901561"/>
              <a:gd name="f33" fmla="*/ f23 1 1455521"/>
              <a:gd name="f34" fmla="*/ f24 1 1455521"/>
              <a:gd name="f35" fmla="*/ f25 1 901561"/>
              <a:gd name="f36" fmla="*/ f26 1 1455521"/>
              <a:gd name="f37" fmla="*/ f27 1 901561"/>
              <a:gd name="f38" fmla="*/ f28 1 1455521"/>
              <a:gd name="f39" fmla="*/ f29 1 1455521"/>
              <a:gd name="f40" fmla="*/ f5 1 f19"/>
              <a:gd name="f41" fmla="*/ f6 1 f19"/>
              <a:gd name="f42" fmla="*/ f5 1 f20"/>
              <a:gd name="f43" fmla="*/ f7 1 f20"/>
              <a:gd name="f44" fmla="+- f30 0 f1"/>
              <a:gd name="f45" fmla="*/ f31 1 f19"/>
              <a:gd name="f46" fmla="*/ f32 1 f20"/>
              <a:gd name="f47" fmla="*/ f33 1 f19"/>
              <a:gd name="f48" fmla="*/ f34 1 f19"/>
              <a:gd name="f49" fmla="*/ f35 1 f20"/>
              <a:gd name="f50" fmla="*/ f36 1 f19"/>
              <a:gd name="f51" fmla="*/ f37 1 f20"/>
              <a:gd name="f52" fmla="*/ f38 1 f19"/>
              <a:gd name="f53" fmla="*/ f39 1 f19"/>
              <a:gd name="f54" fmla="*/ f40 f14 1"/>
              <a:gd name="f55" fmla="*/ f41 f14 1"/>
              <a:gd name="f56" fmla="*/ f43 f15 1"/>
              <a:gd name="f57" fmla="*/ f42 f15 1"/>
              <a:gd name="f58" fmla="*/ f45 f14 1"/>
              <a:gd name="f59" fmla="*/ f46 f15 1"/>
              <a:gd name="f60" fmla="*/ f47 f14 1"/>
              <a:gd name="f61" fmla="*/ f48 f14 1"/>
              <a:gd name="f62" fmla="*/ f49 f15 1"/>
              <a:gd name="f63" fmla="*/ f50 f14 1"/>
              <a:gd name="f64" fmla="*/ f51 f15 1"/>
              <a:gd name="f65" fmla="*/ f52 f14 1"/>
              <a:gd name="f66" fmla="*/ f53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8" y="f59"/>
              </a:cxn>
              <a:cxn ang="f44">
                <a:pos x="f60" y="f59"/>
              </a:cxn>
              <a:cxn ang="f44">
                <a:pos x="f61" y="f62"/>
              </a:cxn>
              <a:cxn ang="f44">
                <a:pos x="f63" y="f64"/>
              </a:cxn>
              <a:cxn ang="f44">
                <a:pos x="f65" y="f64"/>
              </a:cxn>
              <a:cxn ang="f44">
                <a:pos x="f66" y="f62"/>
              </a:cxn>
            </a:cxnLst>
            <a:rect l="f54" t="f57" r="f55" b="f56"/>
            <a:pathLst>
              <a:path w="1455521" h="901561">
                <a:moveTo>
                  <a:pt x="f8" y="f5"/>
                </a:moveTo>
                <a:lnTo>
                  <a:pt x="f9" y="f5"/>
                </a:lnTo>
                <a:lnTo>
                  <a:pt x="f6" y="f10"/>
                </a:lnTo>
                <a:lnTo>
                  <a:pt x="f11" y="f7"/>
                </a:lnTo>
                <a:lnTo>
                  <a:pt x="f12" y="f7"/>
                </a:lnTo>
                <a:lnTo>
                  <a:pt x="f5" y="f10"/>
                </a:lnTo>
                <a:close/>
              </a:path>
            </a:pathLst>
          </a:custGeom>
          <a:noFill/>
          <a:ln w="19046" cap="flat">
            <a:solidFill>
              <a:srgbClr val="98432A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5" name="Hexagon 21">
            <a:extLst>
              <a:ext uri="{FF2B5EF4-FFF2-40B4-BE49-F238E27FC236}">
                <a16:creationId xmlns:a16="http://schemas.microsoft.com/office/drawing/2014/main" id="{55631E75-6079-3421-B35B-572DCFC5A243}"/>
              </a:ext>
            </a:extLst>
          </p:cNvPr>
          <p:cNvSpPr/>
          <p:nvPr/>
        </p:nvSpPr>
        <p:spPr>
          <a:xfrm>
            <a:off x="5150156" y="5261375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noFill/>
          <a:ln w="19046" cap="flat">
            <a:solidFill>
              <a:srgbClr val="8FAAD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6" name="Hexagon 21">
            <a:extLst>
              <a:ext uri="{FF2B5EF4-FFF2-40B4-BE49-F238E27FC236}">
                <a16:creationId xmlns:a16="http://schemas.microsoft.com/office/drawing/2014/main" id="{BDAEF8A7-AAE4-2C28-C05B-005A5E45B24E}"/>
              </a:ext>
            </a:extLst>
          </p:cNvPr>
          <p:cNvSpPr/>
          <p:nvPr/>
        </p:nvSpPr>
        <p:spPr>
          <a:xfrm>
            <a:off x="3948598" y="3206645"/>
            <a:ext cx="1455523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+- 0 0 1"/>
              <a:gd name="f9" fmla="val 115470"/>
              <a:gd name="f10" fmla="val 28413"/>
              <a:gd name="f11" fmla="+- 0 0 -180"/>
              <a:gd name="f12" fmla="+- 0 0 -360"/>
              <a:gd name="f13" fmla="abs f3"/>
              <a:gd name="f14" fmla="abs f4"/>
              <a:gd name="f15" fmla="abs f5"/>
              <a:gd name="f16" fmla="+- 3600000 f1 0"/>
              <a:gd name="f17" fmla="*/ f11 f0 1"/>
              <a:gd name="f18" fmla="*/ f12 f0 1"/>
              <a:gd name="f19" fmla="?: f13 f3 1"/>
              <a:gd name="f20" fmla="?: f14 f4 1"/>
              <a:gd name="f21" fmla="?: f15 f5 1"/>
              <a:gd name="f22" fmla="+- f16 0 f1"/>
              <a:gd name="f23" fmla="*/ f17 1 f2"/>
              <a:gd name="f24" fmla="*/ f18 1 f2"/>
              <a:gd name="f25" fmla="*/ f19 1 21600"/>
              <a:gd name="f26" fmla="*/ f20 1 21600"/>
              <a:gd name="f27" fmla="*/ 21600 f19 1"/>
              <a:gd name="f28" fmla="*/ 21600 f20 1"/>
              <a:gd name="f29" fmla="+- f22 f1 0"/>
              <a:gd name="f30" fmla="+- f23 0 f1"/>
              <a:gd name="f31" fmla="+- f24 0 f1"/>
              <a:gd name="f32" fmla="min f26 f25"/>
              <a:gd name="f33" fmla="*/ f27 1 f21"/>
              <a:gd name="f34" fmla="*/ f28 1 f21"/>
              <a:gd name="f35" fmla="*/ f29 f7 1"/>
              <a:gd name="f36" fmla="val f33"/>
              <a:gd name="f37" fmla="val f34"/>
              <a:gd name="f38" fmla="*/ f35 1 f0"/>
              <a:gd name="f39" fmla="*/ f6 f32 1"/>
              <a:gd name="f40" fmla="+- f37 0 f6"/>
              <a:gd name="f41" fmla="+- f36 0 f6"/>
              <a:gd name="f42" fmla="+- 0 0 f38"/>
              <a:gd name="f43" fmla="*/ f36 f32 1"/>
              <a:gd name="f44" fmla="*/ f40 1 2"/>
              <a:gd name="f45" fmla="min f41 f40"/>
              <a:gd name="f46" fmla="*/ 50000 f41 1"/>
              <a:gd name="f47" fmla="+- 0 0 f42"/>
              <a:gd name="f48" fmla="+- f6 f44 0"/>
              <a:gd name="f49" fmla="*/ f46 1 f45"/>
              <a:gd name="f50" fmla="*/ f44 f9 1"/>
              <a:gd name="f51" fmla="*/ f45 f10 1"/>
              <a:gd name="f52" fmla="*/ f47 f0 1"/>
              <a:gd name="f53" fmla="*/ f50 1 100000"/>
              <a:gd name="f54" fmla="*/ f51 1 100000"/>
              <a:gd name="f55" fmla="*/ f49 f8 1"/>
              <a:gd name="f56" fmla="*/ f52 1 f7"/>
              <a:gd name="f57" fmla="*/ f48 f32 1"/>
              <a:gd name="f58" fmla="+- f36 0 f54"/>
              <a:gd name="f59" fmla="*/ f55 1 2"/>
              <a:gd name="f60" fmla="+- f56 0 f1"/>
              <a:gd name="f61" fmla="*/ f54 f32 1"/>
              <a:gd name="f62" fmla="sin 1 f60"/>
              <a:gd name="f63" fmla="+- f10 f59 0"/>
              <a:gd name="f64" fmla="*/ f58 f32 1"/>
              <a:gd name="f65" fmla="+- 0 0 f62"/>
              <a:gd name="f66" fmla="?: f63 4 2"/>
              <a:gd name="f67" fmla="?: f63 3 2"/>
              <a:gd name="f68" fmla="?: f63 f59 0"/>
              <a:gd name="f69" fmla="+- 0 0 f65"/>
              <a:gd name="f70" fmla="+- f10 f68 0"/>
              <a:gd name="f71" fmla="val f69"/>
              <a:gd name="f72" fmla="*/ f70 1 f59"/>
              <a:gd name="f73" fmla="*/ f71 f53 1"/>
              <a:gd name="f74" fmla="*/ f72 f67 1"/>
              <a:gd name="f75" fmla="+- f48 0 f73"/>
              <a:gd name="f76" fmla="+- f48 f73 0"/>
              <a:gd name="f77" fmla="*/ f74 1 f8"/>
              <a:gd name="f78" fmla="+- f66 f77 0"/>
              <a:gd name="f79" fmla="*/ f75 f32 1"/>
              <a:gd name="f80" fmla="*/ f76 f32 1"/>
              <a:gd name="f81" fmla="*/ f41 f78 1"/>
              <a:gd name="f82" fmla="*/ f40 f78 1"/>
              <a:gd name="f83" fmla="*/ f81 1 24"/>
              <a:gd name="f84" fmla="*/ f82 1 24"/>
              <a:gd name="f85" fmla="+- f36 0 f83"/>
              <a:gd name="f86" fmla="+- f37 0 f84"/>
              <a:gd name="f87" fmla="*/ f83 f32 1"/>
              <a:gd name="f88" fmla="*/ f84 f32 1"/>
              <a:gd name="f89" fmla="*/ f85 f32 1"/>
              <a:gd name="f90" fmla="*/ f86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4" y="f80"/>
              </a:cxn>
              <a:cxn ang="f30">
                <a:pos x="f61" y="f80"/>
              </a:cxn>
              <a:cxn ang="f31">
                <a:pos x="f61" y="f79"/>
              </a:cxn>
              <a:cxn ang="f31">
                <a:pos x="f64" y="f79"/>
              </a:cxn>
            </a:cxnLst>
            <a:rect l="f87" t="f88" r="f89" b="f90"/>
            <a:pathLst>
              <a:path>
                <a:moveTo>
                  <a:pt x="f39" y="f57"/>
                </a:moveTo>
                <a:lnTo>
                  <a:pt x="f61" y="f79"/>
                </a:lnTo>
                <a:lnTo>
                  <a:pt x="f64" y="f79"/>
                </a:lnTo>
                <a:lnTo>
                  <a:pt x="f43" y="f57"/>
                </a:lnTo>
                <a:lnTo>
                  <a:pt x="f64" y="f80"/>
                </a:lnTo>
                <a:lnTo>
                  <a:pt x="f61" y="f80"/>
                </a:lnTo>
                <a:close/>
              </a:path>
            </a:pathLst>
          </a:custGeom>
          <a:solidFill>
            <a:srgbClr val="4472C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17B729-D4C9-8E40-E849-549FDF245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8" name="Content Placeholder 47" descr="Click icon to add picture">
            <a:extLst>
              <a:ext uri="{FF2B5EF4-FFF2-40B4-BE49-F238E27FC236}">
                <a16:creationId xmlns:a16="http://schemas.microsoft.com/office/drawing/2014/main" id="{19587993-ACBF-5314-B2B1-FFF0C504731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35040" y="3108960"/>
            <a:ext cx="5394960" cy="1879786"/>
          </a:xfrm>
        </p:spPr>
        <p:txBody>
          <a:bodyPr/>
          <a:lstStyle>
            <a:lvl1pPr marL="0" indent="0">
              <a:lnSpc>
                <a:spcPct val="100%"/>
              </a:lnSpc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Freeform 39">
            <a:extLst>
              <a:ext uri="{FF2B5EF4-FFF2-40B4-BE49-F238E27FC236}">
                <a16:creationId xmlns:a16="http://schemas.microsoft.com/office/drawing/2014/main" id="{4855C386-72B9-72D8-E2FA-6783111EAAF7}"/>
              </a:ext>
            </a:extLst>
          </p:cNvPr>
          <p:cNvSpPr/>
          <p:nvPr/>
        </p:nvSpPr>
        <p:spPr>
          <a:xfrm>
            <a:off x="-6537" y="1815084"/>
            <a:ext cx="697440" cy="12667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97438"/>
              <a:gd name="f7" fmla="val 1266696"/>
              <a:gd name="f8" fmla="val 8792"/>
              <a:gd name="f9" fmla="val 8793"/>
              <a:gd name="f10" fmla="val 337532"/>
              <a:gd name="f11" fmla="val 633348"/>
              <a:gd name="f12" fmla="val 844464"/>
              <a:gd name="f13" fmla="val 431025"/>
              <a:gd name="f14" fmla="+- 0 0 -90"/>
              <a:gd name="f15" fmla="*/ f3 1 697438"/>
              <a:gd name="f16" fmla="*/ f4 1 1266696"/>
              <a:gd name="f17" fmla="+- f7 0 f5"/>
              <a:gd name="f18" fmla="+- f6 0 f5"/>
              <a:gd name="f19" fmla="*/ f14 f0 1"/>
              <a:gd name="f20" fmla="*/ f18 1 697438"/>
              <a:gd name="f21" fmla="*/ f17 1 1266696"/>
              <a:gd name="f22" fmla="*/ 0 f17 1"/>
              <a:gd name="f23" fmla="*/ 633348 f17 1"/>
              <a:gd name="f24" fmla="*/ 1266696 f17 1"/>
              <a:gd name="f25" fmla="*/ 8793 f17 1"/>
              <a:gd name="f26" fmla="*/ 8792 f18 1"/>
              <a:gd name="f27" fmla="*/ 337532 f18 1"/>
              <a:gd name="f28" fmla="*/ 697438 f18 1"/>
              <a:gd name="f29" fmla="*/ 0 f18 1"/>
              <a:gd name="f30" fmla="*/ f19 1 f2"/>
              <a:gd name="f31" fmla="*/ f22 1 1266696"/>
              <a:gd name="f32" fmla="*/ f23 1 1266696"/>
              <a:gd name="f33" fmla="*/ f24 1 1266696"/>
              <a:gd name="f34" fmla="*/ f25 1 1266696"/>
              <a:gd name="f35" fmla="*/ f26 1 697438"/>
              <a:gd name="f36" fmla="*/ f27 1 697438"/>
              <a:gd name="f37" fmla="*/ f28 1 697438"/>
              <a:gd name="f38" fmla="*/ f29 1 697438"/>
              <a:gd name="f39" fmla="*/ f5 1 f20"/>
              <a:gd name="f40" fmla="*/ f6 1 f20"/>
              <a:gd name="f41" fmla="*/ f5 1 f21"/>
              <a:gd name="f42" fmla="*/ f7 1 f21"/>
              <a:gd name="f43" fmla="+- f30 0 f1"/>
              <a:gd name="f44" fmla="*/ f35 1 f20"/>
              <a:gd name="f45" fmla="*/ f34 1 f21"/>
              <a:gd name="f46" fmla="*/ f36 1 f20"/>
              <a:gd name="f47" fmla="*/ f31 1 f21"/>
              <a:gd name="f48" fmla="*/ f37 1 f20"/>
              <a:gd name="f49" fmla="*/ f32 1 f21"/>
              <a:gd name="f50" fmla="*/ f33 1 f21"/>
              <a:gd name="f51" fmla="*/ f38 1 f20"/>
              <a:gd name="f52" fmla="*/ f39 f15 1"/>
              <a:gd name="f53" fmla="*/ f40 f15 1"/>
              <a:gd name="f54" fmla="*/ f42 f16 1"/>
              <a:gd name="f55" fmla="*/ f41 f16 1"/>
              <a:gd name="f56" fmla="*/ f44 f15 1"/>
              <a:gd name="f57" fmla="*/ f45 f16 1"/>
              <a:gd name="f58" fmla="*/ f46 f15 1"/>
              <a:gd name="f59" fmla="*/ f47 f16 1"/>
              <a:gd name="f60" fmla="*/ f48 f15 1"/>
              <a:gd name="f61" fmla="*/ f49 f16 1"/>
              <a:gd name="f62" fmla="*/ f50 f16 1"/>
              <a:gd name="f63" fmla="*/ f51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3">
                <a:pos x="f56" y="f57"/>
              </a:cxn>
              <a:cxn ang="f43">
                <a:pos x="f58" y="f59"/>
              </a:cxn>
              <a:cxn ang="f43">
                <a:pos x="f60" y="f61"/>
              </a:cxn>
              <a:cxn ang="f43">
                <a:pos x="f58" y="f62"/>
              </a:cxn>
              <a:cxn ang="f43">
                <a:pos x="f63" y="f62"/>
              </a:cxn>
              <a:cxn ang="f43">
                <a:pos x="f56" y="f57"/>
              </a:cxn>
            </a:cxnLst>
            <a:rect l="f52" t="f55" r="f53" b="f54"/>
            <a:pathLst>
              <a:path w="697438" h="1266696">
                <a:moveTo>
                  <a:pt x="f8" y="f9"/>
                </a:moveTo>
                <a:lnTo>
                  <a:pt x="f10" y="f5"/>
                </a:lnTo>
                <a:lnTo>
                  <a:pt x="f6" y="f11"/>
                </a:lnTo>
                <a:lnTo>
                  <a:pt x="f10" y="f7"/>
                </a:lnTo>
                <a:lnTo>
                  <a:pt x="f5" y="f7"/>
                </a:lnTo>
                <a:cubicBezTo>
                  <a:pt x="f5" y="f12"/>
                  <a:pt x="f8" y="f13"/>
                  <a:pt x="f8" y="f9"/>
                </a:cubicBezTo>
                <a:close/>
              </a:path>
            </a:pathLst>
          </a:custGeom>
          <a:noFill/>
          <a:ln w="19046" cap="flat">
            <a:solidFill>
              <a:srgbClr val="D6E0E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0768254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slideLayout" Target="../slideLayouts/slideLayout13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slideLayout" Target="../slideLayouts/slideLayout12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Relationship Id="rId14" Type="http://purl.oclc.org/ooxml/officeDocument/relationships/theme" Target="../theme/theme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solidFill>
          <a:srgbClr val="0F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F1357AC4-062A-41D9-3ED5-97929AB97E8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194167" y="6217920"/>
            <a:ext cx="458589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defRPr>
            </a:lvl1pPr>
          </a:lstStyle>
          <a:p>
            <a:pPr lvl="0"/>
            <a:fld id="{FB0AE8D0-44AC-4658-811C-C14192D19A4B}" type="slidenum">
              <a:t>‹N›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16654-4C71-A7FD-CA65-3E2F80F12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itle Placeholder 4">
            <a:extLst>
              <a:ext uri="{FF2B5EF4-FFF2-40B4-BE49-F238E27FC236}">
                <a16:creationId xmlns:a16="http://schemas.microsoft.com/office/drawing/2014/main" id="{FF027359-9517-35A0-4A71-BFEB0420BE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lvl="0"/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2D4B8C8-BC7B-F24E-D409-73A0F4F935D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%">
                <a:solidFill>
                  <a:srgbClr val="FFFFFF"/>
                </a:solidFill>
                <a:uFillTx/>
                <a:latin typeface="Abadi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marR="0" lvl="0" indent="0" algn="l" defTabSz="914400" rtl="0" fontAlgn="auto" hangingPunct="1">
        <a:lnSpc>
          <a:spcPct val="90%"/>
        </a:lnSpc>
        <a:spcBef>
          <a:spcPts val="0"/>
        </a:spcBef>
        <a:spcAft>
          <a:spcPts val="0"/>
        </a:spcAft>
        <a:buNone/>
        <a:tabLst/>
        <a:defRPr lang="it-IT" sz="4400" b="1" i="0" u="none" strike="noStrike" kern="1200" cap="none" spc="0" baseline="0%">
          <a:solidFill>
            <a:srgbClr val="FFFFFF"/>
          </a:solidFill>
          <a:uFillTx/>
          <a:latin typeface="Posterama"/>
        </a:defRPr>
      </a:lvl1pPr>
    </p:titleStyle>
    <p:bodyStyle>
      <a:lvl1pPr marL="347472" marR="0" lvl="0" indent="-347472" algn="l" defTabSz="914400" rtl="0" fontAlgn="auto" hangingPunct="1">
        <a:lnSpc>
          <a:spcPct val="90%"/>
        </a:lnSpc>
        <a:spcBef>
          <a:spcPts val="1500"/>
        </a:spcBef>
        <a:spcAft>
          <a:spcPts val="0"/>
        </a:spcAft>
        <a:buSzPct val="100%"/>
        <a:buFont typeface="Arial" pitchFamily="34"/>
        <a:buChar char="•"/>
        <a:tabLst/>
        <a:defRPr lang="it-IT" sz="2000" b="0" i="0" u="none" strike="noStrike" kern="1200" cap="none" spc="0" baseline="0%">
          <a:solidFill>
            <a:srgbClr val="FFFFFF"/>
          </a:solidFill>
          <a:uFillTx/>
          <a:latin typeface="Abadi"/>
        </a:defRPr>
      </a:lvl1pPr>
      <a:lvl2pPr marL="731520" marR="0" lvl="1" indent="-347472" algn="l" defTabSz="914400" rtl="0" fontAlgn="auto" hangingPunct="1">
        <a:lnSpc>
          <a:spcPct val="90%"/>
        </a:lnSpc>
        <a:spcBef>
          <a:spcPts val="1500"/>
        </a:spcBef>
        <a:spcAft>
          <a:spcPts val="0"/>
        </a:spcAft>
        <a:buSzPct val="100%"/>
        <a:buFont typeface="Arial" pitchFamily="34"/>
        <a:buChar char="•"/>
        <a:tabLst/>
        <a:defRPr lang="it-IT" sz="2000" b="0" i="0" u="none" strike="noStrike" kern="1200" cap="none" spc="0" baseline="0%">
          <a:solidFill>
            <a:srgbClr val="FFFFFF"/>
          </a:solidFill>
          <a:uFillTx/>
          <a:latin typeface="Abadi"/>
        </a:defRPr>
      </a:lvl2pPr>
      <a:lvl3pPr marL="1097280" marR="0" lvl="2" indent="-347472" algn="l" defTabSz="914400" rtl="0" fontAlgn="auto" hangingPunct="1">
        <a:lnSpc>
          <a:spcPct val="90%"/>
        </a:lnSpc>
        <a:spcBef>
          <a:spcPts val="1500"/>
        </a:spcBef>
        <a:spcAft>
          <a:spcPts val="0"/>
        </a:spcAft>
        <a:buSzPct val="100%"/>
        <a:buFont typeface="Arial" pitchFamily="34"/>
        <a:buChar char="•"/>
        <a:tabLst/>
        <a:defRPr lang="it-IT" sz="2000" b="0" i="0" u="none" strike="noStrike" kern="1200" cap="none" spc="0" baseline="0%">
          <a:solidFill>
            <a:srgbClr val="FFFFFF"/>
          </a:solidFill>
          <a:uFillTx/>
          <a:latin typeface="Abadi"/>
        </a:defRPr>
      </a:lvl3pPr>
      <a:lvl4pPr marL="1463040" marR="0" lvl="3" indent="-347472" algn="l" defTabSz="914400" rtl="0" fontAlgn="auto" hangingPunct="1">
        <a:lnSpc>
          <a:spcPct val="90%"/>
        </a:lnSpc>
        <a:spcBef>
          <a:spcPts val="1500"/>
        </a:spcBef>
        <a:spcAft>
          <a:spcPts val="0"/>
        </a:spcAft>
        <a:buSzPct val="100%"/>
        <a:buFont typeface="Arial" pitchFamily="34"/>
        <a:buChar char="•"/>
        <a:tabLst/>
        <a:defRPr lang="it-IT" sz="2000" b="0" i="0" u="none" strike="noStrike" kern="1200" cap="none" spc="0" baseline="0%">
          <a:solidFill>
            <a:srgbClr val="FFFFFF"/>
          </a:solidFill>
          <a:uFillTx/>
          <a:latin typeface="Abadi"/>
        </a:defRPr>
      </a:lvl4pPr>
      <a:lvl5pPr marL="1828800" marR="0" lvl="4" indent="-347472" algn="l" defTabSz="914400" rtl="0" fontAlgn="auto" hangingPunct="1">
        <a:lnSpc>
          <a:spcPct val="90%"/>
        </a:lnSpc>
        <a:spcBef>
          <a:spcPts val="1500"/>
        </a:spcBef>
        <a:spcAft>
          <a:spcPts val="0"/>
        </a:spcAft>
        <a:buSzPct val="100%"/>
        <a:buFont typeface="Arial" pitchFamily="34"/>
        <a:buChar char="•"/>
        <a:tabLst/>
        <a:defRPr lang="it-IT" sz="2000" b="0" i="0" u="none" strike="noStrike" kern="1200" cap="none" spc="0" baseline="0%">
          <a:solidFill>
            <a:srgbClr val="FFFFFF"/>
          </a:solidFill>
          <a:uFillTx/>
          <a:latin typeface="Abadi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purl.oclc.org/ooxml/officeDocument/relationships/image" Target="../media/image3.jpg"/><Relationship Id="rId2" Type="http://purl.oclc.org/ooxml/officeDocument/relationships/notesSlide" Target="../notesSlides/notesSlide1.xml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image" Target="../media/image4.png"/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image" Target="../media/image5.jpg"/><Relationship Id="rId1" Type="http://purl.oclc.org/ooxml/officeDocument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image" Target="../media/image6.jpg"/><Relationship Id="rId1" Type="http://purl.oclc.org/ooxml/officeDocument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image" Target="../media/image7.jpg"/><Relationship Id="rId1" Type="http://purl.oclc.org/ooxml/officeDocument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image" Target="../media/image8.png"/><Relationship Id="rId1" Type="http://purl.oclc.org/ooxml/officeDocument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purl.oclc.org/ooxml/officeDocument/relationships/image" Target="../media/image9.png"/><Relationship Id="rId1" Type="http://purl.oclc.org/ooxml/officeDocument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.xml"/><Relationship Id="rId1" Type="http://purl.oclc.org/ooxml/officeDocument/relationships/slideLayout" Target="../slideLayouts/slideLayout13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 name="Slid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AE85F2F0-4144-DCBC-45D5-922DE15F48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lIns="0"/>
          <a:lstStyle/>
          <a:p>
            <a:pPr lvl="0"/>
            <a:r>
              <a:rPr lang="en-US" dirty="0"/>
              <a:t>Neural network character recognition system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5DEACE3-A24C-84E2-E359-92E33D05C61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60893" y="4113090"/>
            <a:ext cx="4912595" cy="914400"/>
          </a:xfrm>
        </p:spPr>
        <p:txBody>
          <a:bodyPr/>
          <a:lstStyle/>
          <a:p>
            <a:pPr marL="0" lvl="0" indent="0">
              <a:lnSpc>
                <a:spcPct val="100%"/>
              </a:lnSpc>
              <a:buNone/>
            </a:pPr>
            <a:r>
              <a:rPr lang="en-US"/>
              <a:t>Dario Aliberti</a:t>
            </a:r>
          </a:p>
          <a:p>
            <a:pPr marL="0" lvl="0" indent="0">
              <a:lnSpc>
                <a:spcPct val="100%"/>
              </a:lnSpc>
              <a:buNone/>
            </a:pPr>
            <a:r>
              <a:rPr lang="en-US"/>
              <a:t>Tommaso Tonarini</a:t>
            </a:r>
          </a:p>
        </p:txBody>
      </p:sp>
      <p:pic>
        <p:nvPicPr>
          <p:cNvPr id="4" name="Immagine 7">
            <a:extLst>
              <a:ext uri="{FF2B5EF4-FFF2-40B4-BE49-F238E27FC236}">
                <a16:creationId xmlns:a16="http://schemas.microsoft.com/office/drawing/2014/main" id="{411A8A88-70AC-6CDD-0C9A-457DFAA7D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.134%" r="19.561%"/>
          <a:stretch>
            <a:fillRect/>
          </a:stretch>
        </p:blipFill>
        <p:spPr>
          <a:xfrm>
            <a:off x="6799194" y="1621798"/>
            <a:ext cx="4131917" cy="3614403"/>
          </a:xfrm>
          <a:prstGeom prst="round2Diag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 name="Slid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0761-A9D2-91BD-0338-E2D4CE8D2C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8663" y="4571917"/>
            <a:ext cx="2686324" cy="1257894"/>
          </a:xfrm>
        </p:spPr>
        <p:txBody>
          <a:bodyPr/>
          <a:lstStyle/>
          <a:p>
            <a:pPr lvl="0"/>
            <a:r>
              <a:rPr lang="en-US"/>
              <a:t>Hardware modules </a:t>
            </a:r>
          </a:p>
        </p:txBody>
      </p:sp>
      <p:pic>
        <p:nvPicPr>
          <p:cNvPr id="4" name="Immagine 11">
            <a:extLst>
              <a:ext uri="{FF2B5EF4-FFF2-40B4-BE49-F238E27FC236}">
                <a16:creationId xmlns:a16="http://schemas.microsoft.com/office/drawing/2014/main" id="{59850655-F1EF-AC5A-0165-288A45916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962" y="403204"/>
            <a:ext cx="4999546" cy="617984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0EF89A3-5F98-DDDF-B112-FA1E4467AFD1}"/>
              </a:ext>
            </a:extLst>
          </p:cNvPr>
          <p:cNvSpPr txBox="1"/>
          <p:nvPr/>
        </p:nvSpPr>
        <p:spPr>
          <a:xfrm>
            <a:off x="1116646" y="2750085"/>
            <a:ext cx="2108332" cy="6789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>
                <a:solidFill>
                  <a:srgbClr val="FFFFFF"/>
                </a:solidFill>
                <a:uFillTx/>
                <a:latin typeface="Posterama"/>
              </a:rPr>
              <a:t>LT24 terasIC display module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4CE1B6-B609-EF23-449E-101F02984214}"/>
              </a:ext>
            </a:extLst>
          </p:cNvPr>
          <p:cNvSpPr txBox="1"/>
          <p:nvPr/>
        </p:nvSpPr>
        <p:spPr>
          <a:xfrm>
            <a:off x="8490258" y="5721565"/>
            <a:ext cx="2108332" cy="6789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>
                <a:solidFill>
                  <a:srgbClr val="FFFFFF"/>
                </a:solidFill>
                <a:uFillTx/>
                <a:latin typeface="Posterama"/>
              </a:rPr>
              <a:t>DE10-lite dev. board</a:t>
            </a:r>
          </a:p>
        </p:txBody>
      </p:sp>
      <p:cxnSp>
        <p:nvCxnSpPr>
          <p:cNvPr id="7" name="Connettore a gomito 22">
            <a:extLst>
              <a:ext uri="{FF2B5EF4-FFF2-40B4-BE49-F238E27FC236}">
                <a16:creationId xmlns:a16="http://schemas.microsoft.com/office/drawing/2014/main" id="{F11BEA3C-37E7-9DDB-3671-2116AE72A5AB}"/>
              </a:ext>
            </a:extLst>
          </p:cNvPr>
          <p:cNvCxnSpPr>
            <a:stCxn id="6" idx="0"/>
          </p:cNvCxnSpPr>
          <p:nvPr/>
        </p:nvCxnSpPr>
        <p:spPr>
          <a:xfrm rot="5399996" flipV="1">
            <a:off x="7348878" y="3526018"/>
            <a:ext cx="1041410" cy="3349685"/>
          </a:xfrm>
          <a:prstGeom prst="bentConnector3">
            <a:avLst>
              <a:gd name="adj1" fmla="val 2794"/>
            </a:avLst>
          </a:prstGeom>
          <a:noFill/>
          <a:ln w="38103" cap="rnd">
            <a:solidFill>
              <a:srgbClr val="B83903"/>
            </a:solidFill>
            <a:prstDash val="solid"/>
            <a:bevel/>
            <a:headEnd type="oval"/>
            <a:tailEnd type="oval"/>
          </a:ln>
        </p:spPr>
      </p:cxnSp>
      <p:cxnSp>
        <p:nvCxnSpPr>
          <p:cNvPr id="8" name="Connettore a gomito 26">
            <a:extLst>
              <a:ext uri="{FF2B5EF4-FFF2-40B4-BE49-F238E27FC236}">
                <a16:creationId xmlns:a16="http://schemas.microsoft.com/office/drawing/2014/main" id="{5FB04FA6-FF64-F200-BF4D-7DD79840A50C}"/>
              </a:ext>
            </a:extLst>
          </p:cNvPr>
          <p:cNvCxnSpPr>
            <a:endCxn id="5" idx="0"/>
          </p:cNvCxnSpPr>
          <p:nvPr/>
        </p:nvCxnSpPr>
        <p:spPr>
          <a:xfrm rot="10800009" flipV="1">
            <a:off x="2170813" y="1779651"/>
            <a:ext cx="3925190" cy="970444"/>
          </a:xfrm>
          <a:prstGeom prst="bentConnector3">
            <a:avLst>
              <a:gd name="adj1" fmla="val 99597"/>
            </a:avLst>
          </a:prstGeom>
          <a:noFill/>
          <a:ln w="38103" cap="rnd">
            <a:solidFill>
              <a:srgbClr val="8FAADC"/>
            </a:solidFill>
            <a:prstDash val="solid"/>
            <a:bevel/>
            <a:headEnd type="oval"/>
            <a:tailEnd type="oval"/>
          </a:ln>
        </p:spPr>
      </p:cxnSp>
    </p:spTree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due angoli in diagonale arrotondati 9">
            <a:extLst>
              <a:ext uri="{FF2B5EF4-FFF2-40B4-BE49-F238E27FC236}">
                <a16:creationId xmlns:a16="http://schemas.microsoft.com/office/drawing/2014/main" id="{A50C62CA-C81A-FC1D-AA0B-88534668B452}"/>
              </a:ext>
            </a:extLst>
          </p:cNvPr>
          <p:cNvSpPr/>
          <p:nvPr/>
        </p:nvSpPr>
        <p:spPr>
          <a:xfrm>
            <a:off x="609603" y="679902"/>
            <a:ext cx="4839315" cy="5941634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val 11181"/>
              <a:gd name="f8" fmla="abs f3"/>
              <a:gd name="f9" fmla="abs f4"/>
              <a:gd name="f10" fmla="abs f5"/>
              <a:gd name="f11" fmla="?: f8 f3 1"/>
              <a:gd name="f12" fmla="?: f9 f4 1"/>
              <a:gd name="f13" fmla="?: f10 f5 1"/>
              <a:gd name="f14" fmla="*/ f11 1 21600"/>
              <a:gd name="f15" fmla="*/ f12 1 21600"/>
              <a:gd name="f16" fmla="*/ 21600 f11 1"/>
              <a:gd name="f17" fmla="*/ 21600 f12 1"/>
              <a:gd name="f18" fmla="min f15 f14"/>
              <a:gd name="f19" fmla="*/ f16 1 f13"/>
              <a:gd name="f20" fmla="*/ f17 1 f13"/>
              <a:gd name="f21" fmla="val f19"/>
              <a:gd name="f22" fmla="val f20"/>
              <a:gd name="f23" fmla="*/ f6 f18 1"/>
              <a:gd name="f24" fmla="+- f22 0 f6"/>
              <a:gd name="f25" fmla="+- f21 0 f6"/>
              <a:gd name="f26" fmla="*/ f21 f18 1"/>
              <a:gd name="f27" fmla="*/ f22 f18 1"/>
              <a:gd name="f28" fmla="min f25 f24"/>
              <a:gd name="f29" fmla="*/ f28 f7 1"/>
              <a:gd name="f30" fmla="*/ f28 f6 1"/>
              <a:gd name="f31" fmla="*/ f29 1 100000"/>
              <a:gd name="f32" fmla="*/ f30 1 100000"/>
              <a:gd name="f33" fmla="+- f22 0 f31"/>
              <a:gd name="f34" fmla="+- f21 0 f32"/>
              <a:gd name="f35" fmla="*/ f31 29289 1"/>
              <a:gd name="f36" fmla="*/ f32 29289 1"/>
              <a:gd name="f37" fmla="*/ f31 f18 1"/>
              <a:gd name="f38" fmla="*/ f32 f18 1"/>
              <a:gd name="f39" fmla="*/ f35 1 100000"/>
              <a:gd name="f40" fmla="*/ f36 1 100000"/>
              <a:gd name="f41" fmla="*/ f34 f18 1"/>
              <a:gd name="f42" fmla="*/ f33 f18 1"/>
              <a:gd name="f43" fmla="+- f39 0 f40"/>
              <a:gd name="f44" fmla="?: f43 f39 f40"/>
              <a:gd name="f45" fmla="+- f21 0 f44"/>
              <a:gd name="f46" fmla="+- f22 0 f44"/>
              <a:gd name="f47" fmla="*/ f44 f18 1"/>
              <a:gd name="f48" fmla="*/ f45 f18 1"/>
              <a:gd name="f49" fmla="*/ f46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47" t="f47" r="f48" b="f49"/>
            <a:pathLst>
              <a:path>
                <a:moveTo>
                  <a:pt x="f37" y="f23"/>
                </a:moveTo>
                <a:lnTo>
                  <a:pt x="f41" y="f23"/>
                </a:lnTo>
                <a:arcTo wR="f38" hR="f38" stAng="f2" swAng="f1"/>
                <a:lnTo>
                  <a:pt x="f26" y="f42"/>
                </a:lnTo>
                <a:arcTo wR="f37" hR="f37" stAng="f6" swAng="f1"/>
                <a:lnTo>
                  <a:pt x="f38" y="f27"/>
                </a:lnTo>
                <a:arcTo wR="f38" hR="f38" stAng="f1" swAng="f1"/>
                <a:lnTo>
                  <a:pt x="f23" y="f37"/>
                </a:lnTo>
                <a:arcTo wR="f37" hR="f37" stAng="f0" swAng="f1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5055EB-8528-8330-A144-C112BC6F3D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8464" y="731520"/>
            <a:ext cx="5583939" cy="1303760"/>
          </a:xfrm>
        </p:spPr>
        <p:txBody>
          <a:bodyPr lIns="0"/>
          <a:lstStyle/>
          <a:p>
            <a:pPr lvl="0"/>
            <a:r>
              <a:rPr lang="en-US"/>
              <a:t>LT24 communication bus</a:t>
            </a:r>
          </a:p>
        </p:txBody>
      </p:sp>
      <p:pic>
        <p:nvPicPr>
          <p:cNvPr id="4" name="Immagine 6">
            <a:extLst>
              <a:ext uri="{FF2B5EF4-FFF2-40B4-BE49-F238E27FC236}">
                <a16:creationId xmlns:a16="http://schemas.microsoft.com/office/drawing/2014/main" id="{811909E5-E15C-E012-3282-D6D7FE656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7" y="1247744"/>
            <a:ext cx="4762496" cy="500062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F16CEC4-5245-2040-A2AD-D5608DFE80F8}"/>
              </a:ext>
            </a:extLst>
          </p:cNvPr>
          <p:cNvSpPr txBox="1"/>
          <p:nvPr/>
        </p:nvSpPr>
        <p:spPr>
          <a:xfrm>
            <a:off x="6096003" y="4497531"/>
            <a:ext cx="3916274" cy="125789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342900" marR="0" lvl="0" indent="-342900" algn="l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SzPct val="100%"/>
              <a:buFont typeface="Arial" pitchFamily="34"/>
              <a:buChar char="•"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>
                <a:solidFill>
                  <a:srgbClr val="FFFFFF"/>
                </a:solidFill>
                <a:uFillTx/>
                <a:latin typeface="Posterama"/>
              </a:rPr>
              <a:t>LCD</a:t>
            </a:r>
          </a:p>
          <a:p>
            <a:pPr marL="0" marR="0" lvl="0" indent="0" algn="l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1200" cap="none" spc="0" baseline="0%">
                <a:solidFill>
                  <a:srgbClr val="FFFFFF"/>
                </a:solidFill>
                <a:uFillTx/>
                <a:latin typeface="Posterama"/>
              </a:rPr>
              <a:t>It is used parallel bus interface to display images</a:t>
            </a:r>
            <a:endParaRPr lang="en-US" sz="2000" b="0" i="0" u="none" strike="noStrike" kern="1200" cap="none" spc="0" baseline="0%">
              <a:solidFill>
                <a:srgbClr val="FFFFFF"/>
              </a:solidFill>
              <a:uFillTx/>
              <a:latin typeface="Posteram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ADE1D8-38FA-D516-1951-DC9063F4EB30}"/>
              </a:ext>
            </a:extLst>
          </p:cNvPr>
          <p:cNvSpPr txBox="1"/>
          <p:nvPr/>
        </p:nvSpPr>
        <p:spPr>
          <a:xfrm>
            <a:off x="6134407" y="3239646"/>
            <a:ext cx="3916274" cy="125789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342900" marR="0" lvl="0" indent="-342900" algn="l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SzPct val="100%"/>
              <a:buFont typeface="Arial" pitchFamily="34"/>
              <a:buChar char="•"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>
                <a:solidFill>
                  <a:srgbClr val="FFFFFF"/>
                </a:solidFill>
                <a:uFillTx/>
                <a:latin typeface="Posterama"/>
              </a:rPr>
              <a:t>Touch panel</a:t>
            </a:r>
          </a:p>
          <a:p>
            <a:pPr marL="0" marR="0" lvl="0" indent="0" algn="l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1200" cap="none" spc="0" baseline="0%">
                <a:solidFill>
                  <a:srgbClr val="FFFFFF"/>
                </a:solidFill>
                <a:uFillTx/>
                <a:latin typeface="Posterama"/>
              </a:rPr>
              <a:t>It is used SPI interface to retrieve data from the AD7843 ADC inside the module</a:t>
            </a:r>
            <a:endParaRPr lang="en-US" sz="2000" b="0" i="0" u="none" strike="noStrike" kern="1200" cap="none" spc="0" baseline="0%">
              <a:solidFill>
                <a:srgbClr val="FFFFFF"/>
              </a:solidFill>
              <a:uFillTx/>
              <a:latin typeface="Postera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D0241B6B-019A-78C9-A9DE-470A7076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E4A61F-61E3-2353-9FFC-E163F306F7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071" y="792726"/>
            <a:ext cx="4965290" cy="127819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GUI implementation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D611C96-7084-995B-13AE-9BC2348D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292" y="2261173"/>
            <a:ext cx="5203415" cy="3589602"/>
          </a:xfrm>
          <a:prstGeom prst="rect">
            <a:avLst/>
          </a:prstGeom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AEA67E6-77DD-ADED-FF20-D2377EBAE144}"/>
              </a:ext>
            </a:extLst>
          </p:cNvPr>
          <p:cNvSpPr txBox="1"/>
          <p:nvPr/>
        </p:nvSpPr>
        <p:spPr>
          <a:xfrm>
            <a:off x="605369" y="4815348"/>
            <a:ext cx="2108332" cy="3367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Drawing area</a:t>
            </a:r>
          </a:p>
        </p:txBody>
      </p:sp>
      <p:cxnSp>
        <p:nvCxnSpPr>
          <p:cNvPr id="9" name="Connettore a gomito 26">
            <a:extLst>
              <a:ext uri="{FF2B5EF4-FFF2-40B4-BE49-F238E27FC236}">
                <a16:creationId xmlns:a16="http://schemas.microsoft.com/office/drawing/2014/main" id="{81BB5E01-2455-4C99-9262-604C2D41B680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 flipV="1">
            <a:off x="2713702" y="4434346"/>
            <a:ext cx="2300755" cy="549380"/>
          </a:xfrm>
          <a:prstGeom prst="bentConnector3">
            <a:avLst>
              <a:gd name="adj1" fmla="val 50000"/>
            </a:avLst>
          </a:prstGeom>
          <a:noFill/>
          <a:ln w="38103" cap="rnd">
            <a:solidFill>
              <a:srgbClr val="8FAADC"/>
            </a:solidFill>
            <a:prstDash val="solid"/>
            <a:bevel/>
            <a:headEnd type="oval"/>
            <a:tailEnd type="oval"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6ABAB15-887E-F106-1916-AFD2AC918A0A}"/>
              </a:ext>
            </a:extLst>
          </p:cNvPr>
          <p:cNvSpPr txBox="1"/>
          <p:nvPr/>
        </p:nvSpPr>
        <p:spPr>
          <a:xfrm>
            <a:off x="9587137" y="3374922"/>
            <a:ext cx="2108332" cy="3367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Erase character</a:t>
            </a:r>
            <a:endParaRPr lang="en-US" sz="2000" b="1" i="0" u="none" strike="noStrike" kern="1200" cap="none" spc="0" baseline="0%" dirty="0">
              <a:solidFill>
                <a:srgbClr val="FFFFFF"/>
              </a:solidFill>
              <a:uFillTx/>
              <a:latin typeface="Posterama"/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0F292F25-6B29-9715-7EE2-24DBB64FA6B3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475406" y="3543299"/>
            <a:ext cx="1111731" cy="1"/>
          </a:xfrm>
          <a:prstGeom prst="line">
            <a:avLst/>
          </a:prstGeom>
          <a:ln w="38100">
            <a:solidFill>
              <a:srgbClr val="B83903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36A39E7C-B01F-E46E-90CC-A330BD394FD8}"/>
              </a:ext>
            </a:extLst>
          </p:cNvPr>
          <p:cNvSpPr txBox="1"/>
          <p:nvPr/>
        </p:nvSpPr>
        <p:spPr>
          <a:xfrm>
            <a:off x="9587137" y="4265968"/>
            <a:ext cx="972708" cy="3367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Draw</a:t>
            </a:r>
            <a:endParaRPr lang="en-US" sz="2000" b="1" i="0" u="none" strike="noStrike" kern="1200" cap="none" spc="0" baseline="0%" dirty="0">
              <a:solidFill>
                <a:srgbClr val="FFFFFF"/>
              </a:solidFill>
              <a:uFillTx/>
              <a:latin typeface="Posterama"/>
            </a:endParaRPr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FD65B258-D1C4-1777-3A26-1BDA0E0339DE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8475406" y="4434345"/>
            <a:ext cx="1111731" cy="1"/>
          </a:xfrm>
          <a:prstGeom prst="line">
            <a:avLst/>
          </a:prstGeom>
          <a:ln w="38100">
            <a:solidFill>
              <a:srgbClr val="B83903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378B4250-BD5A-DC70-E991-34AB86EF8A77}"/>
              </a:ext>
            </a:extLst>
          </p:cNvPr>
          <p:cNvSpPr txBox="1"/>
          <p:nvPr/>
        </p:nvSpPr>
        <p:spPr>
          <a:xfrm>
            <a:off x="9587136" y="5083277"/>
            <a:ext cx="1778953" cy="56043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Erase all characters</a:t>
            </a:r>
            <a:endParaRPr lang="en-US" sz="2000" b="1" i="0" u="none" strike="noStrike" kern="1200" cap="none" spc="0" baseline="0%" dirty="0">
              <a:solidFill>
                <a:srgbClr val="FFFFFF"/>
              </a:solidFill>
              <a:uFillTx/>
              <a:latin typeface="Posterama"/>
            </a:endParaRP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8E54D1AB-BF9C-D9FC-7A82-7198D6C4C8C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8475406" y="5363497"/>
            <a:ext cx="1111730" cy="3975"/>
          </a:xfrm>
          <a:prstGeom prst="line">
            <a:avLst/>
          </a:prstGeom>
          <a:ln w="38100">
            <a:solidFill>
              <a:srgbClr val="B83903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10BEE758-9953-D654-6E84-11D12EC95856}"/>
              </a:ext>
            </a:extLst>
          </p:cNvPr>
          <p:cNvSpPr txBox="1"/>
          <p:nvPr/>
        </p:nvSpPr>
        <p:spPr>
          <a:xfrm>
            <a:off x="752852" y="3787877"/>
            <a:ext cx="2108332" cy="3367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Letter-boxes</a:t>
            </a:r>
          </a:p>
        </p:txBody>
      </p:sp>
      <p:cxnSp>
        <p:nvCxnSpPr>
          <p:cNvPr id="17" name="Connettore a gomito 26">
            <a:extLst>
              <a:ext uri="{FF2B5EF4-FFF2-40B4-BE49-F238E27FC236}">
                <a16:creationId xmlns:a16="http://schemas.microsoft.com/office/drawing/2014/main" id="{F5A33D47-B1DB-E13B-80B7-044B6F5AB5D8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 flipV="1">
            <a:off x="1807019" y="2674373"/>
            <a:ext cx="1909577" cy="1113503"/>
          </a:xfrm>
          <a:prstGeom prst="bentConnector2">
            <a:avLst/>
          </a:prstGeom>
          <a:noFill/>
          <a:ln w="38103" cap="rnd">
            <a:solidFill>
              <a:srgbClr val="8FAADC"/>
            </a:solidFill>
            <a:prstDash val="solid"/>
            <a:bevel/>
            <a:headEnd type="oval"/>
            <a:tailEnd type="oval"/>
          </a:ln>
        </p:spPr>
      </p:cxnSp>
    </p:spTree>
    <p:extLst>
      <p:ext uri="{BB962C8B-B14F-4D97-AF65-F5344CB8AC3E}">
        <p14:creationId xmlns:p14="http://schemas.microsoft.com/office/powerpoint/2010/main" val="2940480602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85018BA-B008-7B49-676A-5D8F2FC70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432" y="731520"/>
            <a:ext cx="4663440" cy="1737360"/>
          </a:xfrm>
        </p:spPr>
        <p:txBody>
          <a:bodyPr/>
          <a:lstStyle/>
          <a:p>
            <a:pPr lvl="0"/>
            <a:r>
              <a:rPr lang="en-US" dirty="0"/>
              <a:t>CPU hardware modules</a:t>
            </a:r>
          </a:p>
        </p:txBody>
      </p:sp>
      <p:grpSp>
        <p:nvGrpSpPr>
          <p:cNvPr id="4" name="Table Placeholder 6" descr="A timeline of the product launch">
            <a:extLst>
              <a:ext uri="{FF2B5EF4-FFF2-40B4-BE49-F238E27FC236}">
                <a16:creationId xmlns:a16="http://schemas.microsoft.com/office/drawing/2014/main" id="{E20C7192-937C-9164-222C-83FA38A89CC2}"/>
              </a:ext>
            </a:extLst>
          </p:cNvPr>
          <p:cNvGrpSpPr/>
          <p:nvPr/>
        </p:nvGrpSpPr>
        <p:grpSpPr>
          <a:xfrm>
            <a:off x="619432" y="2339733"/>
            <a:ext cx="8348664" cy="2721821"/>
            <a:chOff x="914400" y="2868189"/>
            <a:chExt cx="8348664" cy="2721821"/>
          </a:xfrm>
        </p:grpSpPr>
        <p:sp>
          <p:nvSpPr>
            <p:cNvPr id="5" name="Figura a mano libera: forma 4">
              <a:extLst>
                <a:ext uri="{FF2B5EF4-FFF2-40B4-BE49-F238E27FC236}">
                  <a16:creationId xmlns:a16="http://schemas.microsoft.com/office/drawing/2014/main" id="{9E90E171-2826-E2E2-D889-085D768ADD33}"/>
                </a:ext>
              </a:extLst>
            </p:cNvPr>
            <p:cNvSpPr/>
            <p:nvPr/>
          </p:nvSpPr>
          <p:spPr>
            <a:xfrm>
              <a:off x="914400" y="4229099"/>
              <a:ext cx="8348664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E6CECB">
                  <a:alpha val="90%"/>
                </a:srgbClr>
              </a:solidFill>
              <a:prstDash val="solid"/>
              <a:miter/>
              <a:tailEnd type="arrow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Figura a mano libera: forma 5">
              <a:extLst>
                <a:ext uri="{FF2B5EF4-FFF2-40B4-BE49-F238E27FC236}">
                  <a16:creationId xmlns:a16="http://schemas.microsoft.com/office/drawing/2014/main" id="{3F51A36C-F638-7FF3-4E88-1455A2215B56}"/>
                </a:ext>
              </a:extLst>
            </p:cNvPr>
            <p:cNvSpPr/>
            <p:nvPr/>
          </p:nvSpPr>
          <p:spPr>
            <a:xfrm>
              <a:off x="1099593" y="4368774"/>
              <a:ext cx="2679722" cy="4265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79725"/>
                <a:gd name="f7" fmla="val 426583"/>
                <a:gd name="f8" fmla="+- 0 0 -90"/>
                <a:gd name="f9" fmla="*/ f3 1 2679725"/>
                <a:gd name="f10" fmla="*/ f4 1 426583"/>
                <a:gd name="f11" fmla="+- f7 0 f5"/>
                <a:gd name="f12" fmla="+- f6 0 f5"/>
                <a:gd name="f13" fmla="*/ f8 f0 1"/>
                <a:gd name="f14" fmla="*/ f12 1 2679725"/>
                <a:gd name="f15" fmla="*/ f11 1 426583"/>
                <a:gd name="f16" fmla="*/ 0 f12 1"/>
                <a:gd name="f17" fmla="*/ 0 f11 1"/>
                <a:gd name="f18" fmla="*/ 2679725 f12 1"/>
                <a:gd name="f19" fmla="*/ 426583 f11 1"/>
                <a:gd name="f20" fmla="*/ f13 1 f2"/>
                <a:gd name="f21" fmla="*/ f16 1 2679725"/>
                <a:gd name="f22" fmla="*/ f17 1 426583"/>
                <a:gd name="f23" fmla="*/ f18 1 2679725"/>
                <a:gd name="f24" fmla="*/ f19 1 426583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679725" h="42658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%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1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r>
                <a:rPr lang="en-US" sz="2000" b="1" i="0" u="none" strike="noStrike" kern="1200" cap="none" spc="0" baseline="0%" dirty="0" err="1">
                  <a:solidFill>
                    <a:srgbClr val="FC7840"/>
                  </a:solidFill>
                  <a:uFillTx/>
                  <a:latin typeface="Abadi"/>
                </a:rPr>
                <a:t>NiosII</a:t>
              </a:r>
              <a:r>
                <a:rPr lang="en-US" sz="2000" b="1" i="0" u="none" strike="noStrike" kern="1200" cap="none" spc="0" baseline="0%" dirty="0">
                  <a:solidFill>
                    <a:srgbClr val="FC7840"/>
                  </a:solidFill>
                  <a:uFillTx/>
                  <a:latin typeface="Abadi"/>
                </a:rPr>
                <a:t> fast </a:t>
              </a:r>
            </a:p>
          </p:txBody>
        </p:sp>
        <p:sp>
          <p:nvSpPr>
            <p:cNvPr id="7" name="Figura a mano libera: forma 6">
              <a:extLst>
                <a:ext uri="{FF2B5EF4-FFF2-40B4-BE49-F238E27FC236}">
                  <a16:creationId xmlns:a16="http://schemas.microsoft.com/office/drawing/2014/main" id="{002BB644-215E-991A-AAE6-843674753F04}"/>
                </a:ext>
              </a:extLst>
            </p:cNvPr>
            <p:cNvSpPr/>
            <p:nvPr/>
          </p:nvSpPr>
          <p:spPr>
            <a:xfrm>
              <a:off x="916887" y="2868189"/>
              <a:ext cx="3045144" cy="6436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45142"/>
                <a:gd name="f7" fmla="val 643650"/>
                <a:gd name="f8" fmla="val 107277"/>
                <a:gd name="f9" fmla="val 48030"/>
                <a:gd name="f10" fmla="val 2937865"/>
                <a:gd name="f11" fmla="val 2997112"/>
                <a:gd name="f12" fmla="val 536373"/>
                <a:gd name="f13" fmla="val 595620"/>
                <a:gd name="f14" fmla="+- 0 0 -90"/>
                <a:gd name="f15" fmla="*/ f3 1 3045142"/>
                <a:gd name="f16" fmla="*/ f4 1 643650"/>
                <a:gd name="f17" fmla="+- f7 0 f5"/>
                <a:gd name="f18" fmla="+- f6 0 f5"/>
                <a:gd name="f19" fmla="*/ f14 f0 1"/>
                <a:gd name="f20" fmla="*/ f18 1 3045142"/>
                <a:gd name="f21" fmla="*/ f17 1 643650"/>
                <a:gd name="f22" fmla="*/ 0 f18 1"/>
                <a:gd name="f23" fmla="*/ 107277 f17 1"/>
                <a:gd name="f24" fmla="*/ 107277 f18 1"/>
                <a:gd name="f25" fmla="*/ 0 f17 1"/>
                <a:gd name="f26" fmla="*/ 2937865 f18 1"/>
                <a:gd name="f27" fmla="*/ 3045142 f18 1"/>
                <a:gd name="f28" fmla="*/ 536373 f17 1"/>
                <a:gd name="f29" fmla="*/ 643650 f17 1"/>
                <a:gd name="f30" fmla="*/ f19 1 f2"/>
                <a:gd name="f31" fmla="*/ f22 1 3045142"/>
                <a:gd name="f32" fmla="*/ f23 1 643650"/>
                <a:gd name="f33" fmla="*/ f24 1 3045142"/>
                <a:gd name="f34" fmla="*/ f25 1 643650"/>
                <a:gd name="f35" fmla="*/ f26 1 3045142"/>
                <a:gd name="f36" fmla="*/ f27 1 3045142"/>
                <a:gd name="f37" fmla="*/ f28 1 643650"/>
                <a:gd name="f38" fmla="*/ f29 1 643650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0"/>
                <a:gd name="f50" fmla="*/ f37 1 f21"/>
                <a:gd name="f51" fmla="*/ f38 1 f21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5 1"/>
                <a:gd name="f62" fmla="*/ f50 f16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61" y="f57"/>
                </a:cxn>
                <a:cxn ang="f43">
                  <a:pos x="f61" y="f62"/>
                </a:cxn>
                <a:cxn ang="f43">
                  <a:pos x="f60" y="f63"/>
                </a:cxn>
                <a:cxn ang="f43">
                  <a:pos x="f58" y="f63"/>
                </a:cxn>
                <a:cxn ang="f43">
                  <a:pos x="f56" y="f62"/>
                </a:cxn>
                <a:cxn ang="f43">
                  <a:pos x="f56" y="f57"/>
                </a:cxn>
              </a:cxnLst>
              <a:rect l="f52" t="f55" r="f53" b="f54"/>
              <a:pathLst>
                <a:path w="3045142" h="64365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FFFFFF">
                <a:alpha val="90%"/>
              </a:srgbClr>
            </a:solidFill>
            <a:ln w="12701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191438" tIns="191438" rIns="191438" bIns="191438" anchor="ctr" anchorCtr="1" compatLnSpc="1">
              <a:noAutofit/>
            </a:bodyPr>
            <a:lstStyle/>
            <a:p>
              <a:pPr marL="285750" marR="0" lvl="0" indent="-285750" defTabSz="800100" rtl="0" fontAlgn="auto" hangingPunct="1">
                <a:lnSpc>
                  <a:spcPct val="90%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Char char="•"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%" dirty="0">
                  <a:solidFill>
                    <a:srgbClr val="000000"/>
                  </a:solidFill>
                  <a:uFillTx/>
                  <a:latin typeface="Abadi"/>
                </a:rPr>
                <a:t>CPU module</a:t>
              </a:r>
            </a:p>
          </p:txBody>
        </p:sp>
        <p:sp>
          <p:nvSpPr>
            <p:cNvPr id="8" name="Figura a mano libera: forma 7">
              <a:extLst>
                <a:ext uri="{FF2B5EF4-FFF2-40B4-BE49-F238E27FC236}">
                  <a16:creationId xmlns:a16="http://schemas.microsoft.com/office/drawing/2014/main" id="{FE6CC692-811A-A853-5573-DCE5427F935A}"/>
                </a:ext>
              </a:extLst>
            </p:cNvPr>
            <p:cNvSpPr/>
            <p:nvPr/>
          </p:nvSpPr>
          <p:spPr>
            <a:xfrm>
              <a:off x="2439454" y="3511835"/>
              <a:ext cx="0" cy="71726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6345" cap="flat">
              <a:solidFill>
                <a:srgbClr val="B83903"/>
              </a:solidFill>
              <a:custDash>
                <a:ds d="300.173%" sp="300.173%"/>
              </a:custDash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igura a mano libera: forma 8">
              <a:extLst>
                <a:ext uri="{FF2B5EF4-FFF2-40B4-BE49-F238E27FC236}">
                  <a16:creationId xmlns:a16="http://schemas.microsoft.com/office/drawing/2014/main" id="{57DC9868-40D8-890D-8049-623014F6CBE3}"/>
                </a:ext>
              </a:extLst>
            </p:cNvPr>
            <p:cNvSpPr/>
            <p:nvPr/>
          </p:nvSpPr>
          <p:spPr>
            <a:xfrm>
              <a:off x="2865775" y="3662839"/>
              <a:ext cx="2679722" cy="4265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79725"/>
                <a:gd name="f7" fmla="val 426583"/>
                <a:gd name="f8" fmla="+- 0 0 -90"/>
                <a:gd name="f9" fmla="*/ f3 1 2679725"/>
                <a:gd name="f10" fmla="*/ f4 1 426583"/>
                <a:gd name="f11" fmla="+- f7 0 f5"/>
                <a:gd name="f12" fmla="+- f6 0 f5"/>
                <a:gd name="f13" fmla="*/ f8 f0 1"/>
                <a:gd name="f14" fmla="*/ f12 1 2679725"/>
                <a:gd name="f15" fmla="*/ f11 1 426583"/>
                <a:gd name="f16" fmla="*/ 0 f12 1"/>
                <a:gd name="f17" fmla="*/ 0 f11 1"/>
                <a:gd name="f18" fmla="*/ 2679725 f12 1"/>
                <a:gd name="f19" fmla="*/ 426583 f11 1"/>
                <a:gd name="f20" fmla="*/ f13 1 f2"/>
                <a:gd name="f21" fmla="*/ f16 1 2679725"/>
                <a:gd name="f22" fmla="*/ f17 1 426583"/>
                <a:gd name="f23" fmla="*/ f18 1 2679725"/>
                <a:gd name="f24" fmla="*/ f19 1 426583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679725" h="42658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b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%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1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r>
                <a:rPr lang="en-US" sz="2000" b="1" i="0" u="none" strike="noStrike" kern="1200" cap="none" spc="0" baseline="0%" dirty="0">
                  <a:solidFill>
                    <a:srgbClr val="FC7840"/>
                  </a:solidFill>
                  <a:uFillTx/>
                  <a:latin typeface="Abadi"/>
                </a:rPr>
                <a:t>LT24 modules</a:t>
              </a:r>
            </a:p>
          </p:txBody>
        </p:sp>
        <p:sp>
          <p:nvSpPr>
            <p:cNvPr id="10" name="Figura a mano libera: forma 9">
              <a:extLst>
                <a:ext uri="{FF2B5EF4-FFF2-40B4-BE49-F238E27FC236}">
                  <a16:creationId xmlns:a16="http://schemas.microsoft.com/office/drawing/2014/main" id="{380A9B11-AAA8-AFE9-B9D0-8997AEF2BF00}"/>
                </a:ext>
              </a:extLst>
            </p:cNvPr>
            <p:cNvSpPr/>
            <p:nvPr/>
          </p:nvSpPr>
          <p:spPr>
            <a:xfrm>
              <a:off x="2411144" y="4200790"/>
              <a:ext cx="56628" cy="5662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B83903"/>
            </a:solidFill>
            <a:ln w="12701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2" name="Figura a mano libera: forma 11">
              <a:extLst>
                <a:ext uri="{FF2B5EF4-FFF2-40B4-BE49-F238E27FC236}">
                  <a16:creationId xmlns:a16="http://schemas.microsoft.com/office/drawing/2014/main" id="{E0FA5CAE-DFBF-B406-DB02-B5233C1B4C14}"/>
                </a:ext>
              </a:extLst>
            </p:cNvPr>
            <p:cNvSpPr/>
            <p:nvPr/>
          </p:nvSpPr>
          <p:spPr>
            <a:xfrm>
              <a:off x="4205636" y="4229099"/>
              <a:ext cx="0" cy="71726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6345" cap="flat">
              <a:solidFill>
                <a:srgbClr val="B83903"/>
              </a:solidFill>
              <a:custDash>
                <a:ds d="300.173%" sp="300.173%"/>
              </a:custDash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04D54264-D820-55B9-B67C-14DB6090ECB1}"/>
                </a:ext>
              </a:extLst>
            </p:cNvPr>
            <p:cNvSpPr/>
            <p:nvPr/>
          </p:nvSpPr>
          <p:spPr>
            <a:xfrm>
              <a:off x="4631957" y="4368774"/>
              <a:ext cx="2679722" cy="4265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79725"/>
                <a:gd name="f7" fmla="val 426583"/>
                <a:gd name="f8" fmla="+- 0 0 -90"/>
                <a:gd name="f9" fmla="*/ f3 1 2679725"/>
                <a:gd name="f10" fmla="*/ f4 1 426583"/>
                <a:gd name="f11" fmla="+- f7 0 f5"/>
                <a:gd name="f12" fmla="+- f6 0 f5"/>
                <a:gd name="f13" fmla="*/ f8 f0 1"/>
                <a:gd name="f14" fmla="*/ f12 1 2679725"/>
                <a:gd name="f15" fmla="*/ f11 1 426583"/>
                <a:gd name="f16" fmla="*/ 0 f12 1"/>
                <a:gd name="f17" fmla="*/ 0 f11 1"/>
                <a:gd name="f18" fmla="*/ 2679725 f12 1"/>
                <a:gd name="f19" fmla="*/ 426583 f11 1"/>
                <a:gd name="f20" fmla="*/ f13 1 f2"/>
                <a:gd name="f21" fmla="*/ f16 1 2679725"/>
                <a:gd name="f22" fmla="*/ f17 1 426583"/>
                <a:gd name="f23" fmla="*/ f18 1 2679725"/>
                <a:gd name="f24" fmla="*/ f19 1 426583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679725" h="42658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%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1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r>
                <a:rPr lang="en-US" sz="2000" b="1" dirty="0">
                  <a:solidFill>
                    <a:srgbClr val="FC7840"/>
                  </a:solidFill>
                  <a:latin typeface="Abadi"/>
                </a:rPr>
                <a:t>SDRAM controller</a:t>
              </a:r>
              <a:endParaRPr lang="en-US" sz="2000" b="1" i="0" u="none" strike="noStrike" kern="1200" cap="none" spc="0" baseline="0%" dirty="0">
                <a:solidFill>
                  <a:srgbClr val="FC7840"/>
                </a:solidFill>
                <a:uFillTx/>
                <a:latin typeface="Abadi"/>
              </a:endParaRPr>
            </a:p>
          </p:txBody>
        </p:sp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F05BA02B-E8AD-487E-C221-66A51F4F24AE}"/>
                </a:ext>
              </a:extLst>
            </p:cNvPr>
            <p:cNvSpPr/>
            <p:nvPr/>
          </p:nvSpPr>
          <p:spPr>
            <a:xfrm>
              <a:off x="4177326" y="4200790"/>
              <a:ext cx="56628" cy="5662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B83903"/>
            </a:solidFill>
            <a:ln w="12701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5" name="Figura a mano libera: forma 14">
              <a:extLst>
                <a:ext uri="{FF2B5EF4-FFF2-40B4-BE49-F238E27FC236}">
                  <a16:creationId xmlns:a16="http://schemas.microsoft.com/office/drawing/2014/main" id="{07311C6A-830B-2B47-C1A5-0A7FEE790DD3}"/>
                </a:ext>
              </a:extLst>
            </p:cNvPr>
            <p:cNvSpPr/>
            <p:nvPr/>
          </p:nvSpPr>
          <p:spPr>
            <a:xfrm>
              <a:off x="4449250" y="2868189"/>
              <a:ext cx="3045144" cy="6436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45142"/>
                <a:gd name="f7" fmla="val 643650"/>
                <a:gd name="f8" fmla="val 107277"/>
                <a:gd name="f9" fmla="val 48030"/>
                <a:gd name="f10" fmla="val 2937865"/>
                <a:gd name="f11" fmla="val 2997112"/>
                <a:gd name="f12" fmla="val 536373"/>
                <a:gd name="f13" fmla="val 595620"/>
                <a:gd name="f14" fmla="+- 0 0 -90"/>
                <a:gd name="f15" fmla="*/ f3 1 3045142"/>
                <a:gd name="f16" fmla="*/ f4 1 643650"/>
                <a:gd name="f17" fmla="+- f7 0 f5"/>
                <a:gd name="f18" fmla="+- f6 0 f5"/>
                <a:gd name="f19" fmla="*/ f14 f0 1"/>
                <a:gd name="f20" fmla="*/ f18 1 3045142"/>
                <a:gd name="f21" fmla="*/ f17 1 643650"/>
                <a:gd name="f22" fmla="*/ 0 f18 1"/>
                <a:gd name="f23" fmla="*/ 107277 f17 1"/>
                <a:gd name="f24" fmla="*/ 107277 f18 1"/>
                <a:gd name="f25" fmla="*/ 0 f17 1"/>
                <a:gd name="f26" fmla="*/ 2937865 f18 1"/>
                <a:gd name="f27" fmla="*/ 3045142 f18 1"/>
                <a:gd name="f28" fmla="*/ 536373 f17 1"/>
                <a:gd name="f29" fmla="*/ 643650 f17 1"/>
                <a:gd name="f30" fmla="*/ f19 1 f2"/>
                <a:gd name="f31" fmla="*/ f22 1 3045142"/>
                <a:gd name="f32" fmla="*/ f23 1 643650"/>
                <a:gd name="f33" fmla="*/ f24 1 3045142"/>
                <a:gd name="f34" fmla="*/ f25 1 643650"/>
                <a:gd name="f35" fmla="*/ f26 1 3045142"/>
                <a:gd name="f36" fmla="*/ f27 1 3045142"/>
                <a:gd name="f37" fmla="*/ f28 1 643650"/>
                <a:gd name="f38" fmla="*/ f29 1 643650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0"/>
                <a:gd name="f50" fmla="*/ f37 1 f21"/>
                <a:gd name="f51" fmla="*/ f38 1 f21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5 1"/>
                <a:gd name="f62" fmla="*/ f50 f16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61" y="f57"/>
                </a:cxn>
                <a:cxn ang="f43">
                  <a:pos x="f61" y="f62"/>
                </a:cxn>
                <a:cxn ang="f43">
                  <a:pos x="f60" y="f63"/>
                </a:cxn>
                <a:cxn ang="f43">
                  <a:pos x="f58" y="f63"/>
                </a:cxn>
                <a:cxn ang="f43">
                  <a:pos x="f56" y="f62"/>
                </a:cxn>
                <a:cxn ang="f43">
                  <a:pos x="f56" y="f57"/>
                </a:cxn>
              </a:cxnLst>
              <a:rect l="f52" t="f55" r="f53" b="f54"/>
              <a:pathLst>
                <a:path w="3045142" h="64365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FFFFFF">
                <a:alpha val="90%"/>
              </a:srgbClr>
            </a:solidFill>
            <a:ln w="12701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191438" tIns="191438" rIns="191438" bIns="191438" anchor="ctr" anchorCtr="1" compatLnSpc="1">
              <a:noAutofit/>
            </a:bodyPr>
            <a:lstStyle/>
            <a:p>
              <a:pPr marL="285750" marR="0" lvl="0" indent="-285750" defTabSz="800100" rtl="0" fontAlgn="auto" hangingPunct="1">
                <a:lnSpc>
                  <a:spcPct val="90%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Char char="•"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%" dirty="0">
                  <a:solidFill>
                    <a:srgbClr val="000000"/>
                  </a:solidFill>
                  <a:uFillTx/>
                  <a:latin typeface="Abadi"/>
                </a:rPr>
                <a:t>External SDRAM</a:t>
              </a:r>
            </a:p>
          </p:txBody>
        </p:sp>
        <p:sp>
          <p:nvSpPr>
            <p:cNvPr id="16" name="Figura a mano libera: forma 15">
              <a:extLst>
                <a:ext uri="{FF2B5EF4-FFF2-40B4-BE49-F238E27FC236}">
                  <a16:creationId xmlns:a16="http://schemas.microsoft.com/office/drawing/2014/main" id="{350F407E-77B0-79C2-375C-1EF7E7633AE1}"/>
                </a:ext>
              </a:extLst>
            </p:cNvPr>
            <p:cNvSpPr/>
            <p:nvPr/>
          </p:nvSpPr>
          <p:spPr>
            <a:xfrm>
              <a:off x="5971818" y="3511835"/>
              <a:ext cx="0" cy="71726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6345" cap="flat">
              <a:solidFill>
                <a:srgbClr val="B83903"/>
              </a:solidFill>
              <a:custDash>
                <a:ds d="300.173%" sp="300.173%"/>
              </a:custDash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7" name="Figura a mano libera: forma 16">
              <a:extLst>
                <a:ext uri="{FF2B5EF4-FFF2-40B4-BE49-F238E27FC236}">
                  <a16:creationId xmlns:a16="http://schemas.microsoft.com/office/drawing/2014/main" id="{6179B171-433C-6A3A-143F-C778394A5014}"/>
                </a:ext>
              </a:extLst>
            </p:cNvPr>
            <p:cNvSpPr/>
            <p:nvPr/>
          </p:nvSpPr>
          <p:spPr>
            <a:xfrm>
              <a:off x="6398139" y="3662839"/>
              <a:ext cx="2679722" cy="4265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79725"/>
                <a:gd name="f7" fmla="val 426583"/>
                <a:gd name="f8" fmla="+- 0 0 -90"/>
                <a:gd name="f9" fmla="*/ f3 1 2679725"/>
                <a:gd name="f10" fmla="*/ f4 1 426583"/>
                <a:gd name="f11" fmla="+- f7 0 f5"/>
                <a:gd name="f12" fmla="+- f6 0 f5"/>
                <a:gd name="f13" fmla="*/ f8 f0 1"/>
                <a:gd name="f14" fmla="*/ f12 1 2679725"/>
                <a:gd name="f15" fmla="*/ f11 1 426583"/>
                <a:gd name="f16" fmla="*/ 0 f12 1"/>
                <a:gd name="f17" fmla="*/ 0 f11 1"/>
                <a:gd name="f18" fmla="*/ 2679725 f12 1"/>
                <a:gd name="f19" fmla="*/ 426583 f11 1"/>
                <a:gd name="f20" fmla="*/ f13 1 f2"/>
                <a:gd name="f21" fmla="*/ f16 1 2679725"/>
                <a:gd name="f22" fmla="*/ f17 1 426583"/>
                <a:gd name="f23" fmla="*/ f18 1 2679725"/>
                <a:gd name="f24" fmla="*/ f19 1 426583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679725" h="42658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b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%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1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r>
                <a:rPr lang="en-US" sz="2000" b="1" dirty="0">
                  <a:solidFill>
                    <a:srgbClr val="FC7840"/>
                  </a:solidFill>
                  <a:latin typeface="Abadi"/>
                </a:rPr>
                <a:t>Floating-point op.</a:t>
              </a:r>
              <a:endParaRPr lang="en-US" sz="2000" b="1" i="0" u="none" strike="noStrike" kern="1200" cap="none" spc="0" baseline="0%" dirty="0">
                <a:solidFill>
                  <a:srgbClr val="FC7840"/>
                </a:solidFill>
                <a:uFillTx/>
                <a:latin typeface="Abadi"/>
              </a:endParaRPr>
            </a:p>
          </p:txBody>
        </p:sp>
        <p:sp>
          <p:nvSpPr>
            <p:cNvPr id="18" name="Figura a mano libera: forma 17">
              <a:extLst>
                <a:ext uri="{FF2B5EF4-FFF2-40B4-BE49-F238E27FC236}">
                  <a16:creationId xmlns:a16="http://schemas.microsoft.com/office/drawing/2014/main" id="{453BF9A6-E697-18D7-9296-C6C7E0217958}"/>
                </a:ext>
              </a:extLst>
            </p:cNvPr>
            <p:cNvSpPr/>
            <p:nvPr/>
          </p:nvSpPr>
          <p:spPr>
            <a:xfrm>
              <a:off x="5943508" y="4200790"/>
              <a:ext cx="56628" cy="5662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B83903"/>
            </a:solidFill>
            <a:ln w="12701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9" name="Figura a mano libera: forma 18">
              <a:extLst>
                <a:ext uri="{FF2B5EF4-FFF2-40B4-BE49-F238E27FC236}">
                  <a16:creationId xmlns:a16="http://schemas.microsoft.com/office/drawing/2014/main" id="{D2B04310-1A3C-4FE8-B583-B3FE063C665B}"/>
                </a:ext>
              </a:extLst>
            </p:cNvPr>
            <p:cNvSpPr/>
            <p:nvPr/>
          </p:nvSpPr>
          <p:spPr>
            <a:xfrm>
              <a:off x="6215432" y="4946364"/>
              <a:ext cx="3045144" cy="6436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45142"/>
                <a:gd name="f7" fmla="val 643650"/>
                <a:gd name="f8" fmla="val 107277"/>
                <a:gd name="f9" fmla="val 48030"/>
                <a:gd name="f10" fmla="val 2937865"/>
                <a:gd name="f11" fmla="val 2997112"/>
                <a:gd name="f12" fmla="val 536373"/>
                <a:gd name="f13" fmla="val 595620"/>
                <a:gd name="f14" fmla="+- 0 0 -90"/>
                <a:gd name="f15" fmla="*/ f3 1 3045142"/>
                <a:gd name="f16" fmla="*/ f4 1 643650"/>
                <a:gd name="f17" fmla="+- f7 0 f5"/>
                <a:gd name="f18" fmla="+- f6 0 f5"/>
                <a:gd name="f19" fmla="*/ f14 f0 1"/>
                <a:gd name="f20" fmla="*/ f18 1 3045142"/>
                <a:gd name="f21" fmla="*/ f17 1 643650"/>
                <a:gd name="f22" fmla="*/ 0 f18 1"/>
                <a:gd name="f23" fmla="*/ 107277 f17 1"/>
                <a:gd name="f24" fmla="*/ 107277 f18 1"/>
                <a:gd name="f25" fmla="*/ 0 f17 1"/>
                <a:gd name="f26" fmla="*/ 2937865 f18 1"/>
                <a:gd name="f27" fmla="*/ 3045142 f18 1"/>
                <a:gd name="f28" fmla="*/ 536373 f17 1"/>
                <a:gd name="f29" fmla="*/ 643650 f17 1"/>
                <a:gd name="f30" fmla="*/ f19 1 f2"/>
                <a:gd name="f31" fmla="*/ f22 1 3045142"/>
                <a:gd name="f32" fmla="*/ f23 1 643650"/>
                <a:gd name="f33" fmla="*/ f24 1 3045142"/>
                <a:gd name="f34" fmla="*/ f25 1 643650"/>
                <a:gd name="f35" fmla="*/ f26 1 3045142"/>
                <a:gd name="f36" fmla="*/ f27 1 3045142"/>
                <a:gd name="f37" fmla="*/ f28 1 643650"/>
                <a:gd name="f38" fmla="*/ f29 1 643650"/>
                <a:gd name="f39" fmla="*/ f5 1 f20"/>
                <a:gd name="f40" fmla="*/ f6 1 f20"/>
                <a:gd name="f41" fmla="*/ f5 1 f21"/>
                <a:gd name="f42" fmla="*/ f7 1 f21"/>
                <a:gd name="f43" fmla="+- f30 0 f1"/>
                <a:gd name="f44" fmla="*/ f31 1 f20"/>
                <a:gd name="f45" fmla="*/ f32 1 f21"/>
                <a:gd name="f46" fmla="*/ f33 1 f20"/>
                <a:gd name="f47" fmla="*/ f34 1 f21"/>
                <a:gd name="f48" fmla="*/ f35 1 f20"/>
                <a:gd name="f49" fmla="*/ f36 1 f20"/>
                <a:gd name="f50" fmla="*/ f37 1 f21"/>
                <a:gd name="f51" fmla="*/ f38 1 f21"/>
                <a:gd name="f52" fmla="*/ f39 f15 1"/>
                <a:gd name="f53" fmla="*/ f40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5 1"/>
                <a:gd name="f62" fmla="*/ f50 f16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59"/>
                </a:cxn>
                <a:cxn ang="f43">
                  <a:pos x="f61" y="f57"/>
                </a:cxn>
                <a:cxn ang="f43">
                  <a:pos x="f61" y="f62"/>
                </a:cxn>
                <a:cxn ang="f43">
                  <a:pos x="f60" y="f63"/>
                </a:cxn>
                <a:cxn ang="f43">
                  <a:pos x="f58" y="f63"/>
                </a:cxn>
                <a:cxn ang="f43">
                  <a:pos x="f56" y="f62"/>
                </a:cxn>
                <a:cxn ang="f43">
                  <a:pos x="f56" y="f57"/>
                </a:cxn>
              </a:cxnLst>
              <a:rect l="f52" t="f55" r="f53" b="f54"/>
              <a:pathLst>
                <a:path w="3045142" h="64365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FFFFFF">
                <a:alpha val="90%"/>
              </a:srgbClr>
            </a:solidFill>
            <a:ln w="12701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191438" tIns="191438" rIns="191438" bIns="191438" anchor="ctr" anchorCtr="1" compatLnSpc="1">
              <a:noAutofit/>
            </a:bodyPr>
            <a:lstStyle/>
            <a:p>
              <a:pPr marL="285750" marR="0" lvl="0" indent="-285750" defTabSz="800100" rtl="0" fontAlgn="auto" hangingPunct="1">
                <a:lnSpc>
                  <a:spcPct val="90%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Char char="•"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%" dirty="0">
                  <a:solidFill>
                    <a:srgbClr val="000000"/>
                  </a:solidFill>
                  <a:uFillTx/>
                  <a:latin typeface="Abadi"/>
                </a:rPr>
                <a:t>Floating point hardware arithmetic </a:t>
              </a:r>
            </a:p>
          </p:txBody>
        </p:sp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3BBF5500-D918-53C1-C015-44A933193CD4}"/>
                </a:ext>
              </a:extLst>
            </p:cNvPr>
            <p:cNvSpPr/>
            <p:nvPr/>
          </p:nvSpPr>
          <p:spPr>
            <a:xfrm>
              <a:off x="7738009" y="4229099"/>
              <a:ext cx="0" cy="71726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6345" cap="flat">
              <a:solidFill>
                <a:srgbClr val="B83903"/>
              </a:solidFill>
              <a:custDash>
                <a:ds d="300.173%" sp="300.173%"/>
              </a:custDash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452985B7-4093-2279-A9A2-5314A55D459E}"/>
                </a:ext>
              </a:extLst>
            </p:cNvPr>
            <p:cNvSpPr/>
            <p:nvPr/>
          </p:nvSpPr>
          <p:spPr>
            <a:xfrm>
              <a:off x="7709690" y="4200790"/>
              <a:ext cx="56628" cy="5662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B83903"/>
            </a:solidFill>
            <a:ln w="12701" cap="flat">
              <a:solidFill>
                <a:srgbClr val="B83903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%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%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%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10E8BF0C-8280-493C-8DA3-7500D5874EB4}"/>
              </a:ext>
            </a:extLst>
          </p:cNvPr>
          <p:cNvSpPr/>
          <p:nvPr/>
        </p:nvSpPr>
        <p:spPr>
          <a:xfrm>
            <a:off x="2351020" y="4378259"/>
            <a:ext cx="3175931" cy="1976283"/>
          </a:xfrm>
          <a:prstGeom prst="roundRect">
            <a:avLst>
              <a:gd name="adj" fmla="val 6219"/>
            </a:avLst>
          </a:prstGeom>
          <a:solidFill>
            <a:srgbClr val="E7EAEC"/>
          </a:solidFill>
          <a:ln w="12700">
            <a:solidFill>
              <a:srgbClr val="B83903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defTabSz="800100">
              <a:lnSpc>
                <a:spcPct val="90%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dirty="0">
              <a:solidFill>
                <a:srgbClr val="000000"/>
              </a:solidFill>
              <a:latin typeface="Abadi"/>
            </a:endParaRPr>
          </a:p>
          <a:p>
            <a:pPr marL="285750" lvl="0" indent="-285750" defTabSz="800100">
              <a:lnSpc>
                <a:spcPct val="90%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badi"/>
              </a:rPr>
              <a:t>PIO parallel communication with LCD module</a:t>
            </a:r>
          </a:p>
          <a:p>
            <a:pPr marL="285750" lvl="0" indent="-285750" defTabSz="800100">
              <a:lnSpc>
                <a:spcPct val="90%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badi"/>
              </a:rPr>
              <a:t>SPI interface communication with touch screen module</a:t>
            </a:r>
          </a:p>
          <a:p>
            <a:pPr algn="ctr"/>
            <a:endParaRPr lang="en-GB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B4C1A480-1736-F90B-F1DC-E733A392E264}"/>
              </a:ext>
            </a:extLst>
          </p:cNvPr>
          <p:cNvSpPr/>
          <p:nvPr/>
        </p:nvSpPr>
        <p:spPr>
          <a:xfrm>
            <a:off x="8547813" y="1090884"/>
            <a:ext cx="3175931" cy="1737360"/>
          </a:xfrm>
          <a:prstGeom prst="roundRect">
            <a:avLst>
              <a:gd name="adj" fmla="val 6219"/>
            </a:avLst>
          </a:prstGeom>
          <a:solidFill>
            <a:srgbClr val="E7EAEC"/>
          </a:solidFill>
          <a:ln w="12700">
            <a:solidFill>
              <a:srgbClr val="B83903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defTabSz="800100">
              <a:lnSpc>
                <a:spcPct val="90%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dirty="0">
              <a:solidFill>
                <a:srgbClr val="000000"/>
              </a:solidFill>
              <a:latin typeface="Abadi"/>
            </a:endParaRPr>
          </a:p>
          <a:p>
            <a:pPr marL="285750" lvl="0" indent="-285750" defTabSz="800100">
              <a:lnSpc>
                <a:spcPct val="90%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badi"/>
              </a:rPr>
              <a:t>Clock distribution modules (source clock, </a:t>
            </a:r>
            <a:r>
              <a:rPr lang="en-US" dirty="0" err="1">
                <a:solidFill>
                  <a:srgbClr val="000000"/>
                </a:solidFill>
                <a:latin typeface="Abadi"/>
              </a:rPr>
              <a:t>pll</a:t>
            </a:r>
            <a:r>
              <a:rPr lang="en-US" dirty="0">
                <a:solidFill>
                  <a:srgbClr val="000000"/>
                </a:solidFill>
                <a:latin typeface="Abadi"/>
              </a:rPr>
              <a:t>, etc.)</a:t>
            </a:r>
          </a:p>
          <a:p>
            <a:pPr marL="285750" lvl="0" indent="-285750" defTabSz="800100">
              <a:lnSpc>
                <a:spcPct val="90%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badi"/>
              </a:rPr>
              <a:t>PIO modules (switch, buttons, etc.)</a:t>
            </a:r>
          </a:p>
          <a:p>
            <a:pPr algn="ctr"/>
            <a:endParaRPr lang="en-GB" dirty="0"/>
          </a:p>
        </p:txBody>
      </p:sp>
      <p:sp>
        <p:nvSpPr>
          <p:cNvPr id="27" name="Figura a mano libera: forma 26">
            <a:extLst>
              <a:ext uri="{FF2B5EF4-FFF2-40B4-BE49-F238E27FC236}">
                <a16:creationId xmlns:a16="http://schemas.microsoft.com/office/drawing/2014/main" id="{1F0A1EFC-1937-47C0-C601-A136D6E514C8}"/>
              </a:ext>
            </a:extLst>
          </p:cNvPr>
          <p:cNvSpPr/>
          <p:nvPr/>
        </p:nvSpPr>
        <p:spPr>
          <a:xfrm>
            <a:off x="8754575" y="3413733"/>
            <a:ext cx="2679722" cy="42658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679725"/>
              <a:gd name="f7" fmla="val 426583"/>
              <a:gd name="f8" fmla="+- 0 0 -90"/>
              <a:gd name="f9" fmla="*/ f3 1 2679725"/>
              <a:gd name="f10" fmla="*/ f4 1 426583"/>
              <a:gd name="f11" fmla="+- f7 0 f5"/>
              <a:gd name="f12" fmla="+- f6 0 f5"/>
              <a:gd name="f13" fmla="*/ f8 f0 1"/>
              <a:gd name="f14" fmla="*/ f12 1 2679725"/>
              <a:gd name="f15" fmla="*/ f11 1 426583"/>
              <a:gd name="f16" fmla="*/ 0 f12 1"/>
              <a:gd name="f17" fmla="*/ 0 f11 1"/>
              <a:gd name="f18" fmla="*/ 2679725 f12 1"/>
              <a:gd name="f19" fmla="*/ 426583 f11 1"/>
              <a:gd name="f20" fmla="*/ f13 1 f2"/>
              <a:gd name="f21" fmla="*/ f16 1 2679725"/>
              <a:gd name="f22" fmla="*/ f17 1 426583"/>
              <a:gd name="f23" fmla="*/ f18 1 2679725"/>
              <a:gd name="f24" fmla="*/ f19 1 426583"/>
              <a:gd name="f25" fmla="*/ f5 1 f14"/>
              <a:gd name="f26" fmla="*/ f6 1 f14"/>
              <a:gd name="f27" fmla="*/ f5 1 f15"/>
              <a:gd name="f28" fmla="*/ f7 1 f15"/>
              <a:gd name="f29" fmla="+- f20 0 f1"/>
              <a:gd name="f30" fmla="*/ f21 1 f14"/>
              <a:gd name="f31" fmla="*/ f22 1 f15"/>
              <a:gd name="f32" fmla="*/ f23 1 f14"/>
              <a:gd name="f33" fmla="*/ f24 1 f15"/>
              <a:gd name="f34" fmla="*/ f25 f9 1"/>
              <a:gd name="f35" fmla="*/ f26 f9 1"/>
              <a:gd name="f36" fmla="*/ f28 f10 1"/>
              <a:gd name="f37" fmla="*/ f27 f10 1"/>
              <a:gd name="f38" fmla="*/ f30 f9 1"/>
              <a:gd name="f39" fmla="*/ f31 f10 1"/>
              <a:gd name="f40" fmla="*/ f32 f9 1"/>
              <a:gd name="f41" fmla="*/ f33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38" y="f39"/>
              </a:cxn>
              <a:cxn ang="f29">
                <a:pos x="f40" y="f39"/>
              </a:cxn>
              <a:cxn ang="f29">
                <a:pos x="f40" y="f41"/>
              </a:cxn>
              <a:cxn ang="f29">
                <a:pos x="f38" y="f41"/>
              </a:cxn>
              <a:cxn ang="f29">
                <a:pos x="f38" y="f39"/>
              </a:cxn>
            </a:cxnLst>
            <a:rect l="f34" t="f37" r="f35" b="f36"/>
            <a:pathLst>
              <a:path w="2679725" h="426583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5" y="f7"/>
                </a:lnTo>
                <a:lnTo>
                  <a:pt x="f5" y="f5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0" tIns="0" rIns="0" bIns="0" anchor="b" anchorCtr="1" compatLnSpc="1">
            <a:noAutofit/>
          </a:bodyPr>
          <a:lstStyle/>
          <a:p>
            <a:pPr marL="0" marR="0" lvl="0" indent="0" algn="ctr" defTabSz="888997" rtl="0" fontAlgn="auto" hangingPunct="1">
              <a:lnSpc>
                <a:spcPct val="90%"/>
              </a:lnSpc>
              <a:spcBef>
                <a:spcPts val="0"/>
              </a:spcBef>
              <a:spcAft>
                <a:spcPts val="800"/>
              </a:spcAft>
              <a:buNone/>
              <a:tabLst/>
              <a:defRPr sz="1800" b="1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C7840"/>
                </a:solidFill>
                <a:uFillTx/>
                <a:latin typeface="Abadi"/>
              </a:rPr>
              <a:t>Other modules</a:t>
            </a:r>
          </a:p>
        </p:txBody>
      </p:sp>
      <p:sp>
        <p:nvSpPr>
          <p:cNvPr id="30" name="Figura a mano libera: forma 29">
            <a:extLst>
              <a:ext uri="{FF2B5EF4-FFF2-40B4-BE49-F238E27FC236}">
                <a16:creationId xmlns:a16="http://schemas.microsoft.com/office/drawing/2014/main" id="{E0956B68-2BA7-FF6E-A0D7-5D427C8F979A}"/>
              </a:ext>
            </a:extLst>
          </p:cNvPr>
          <p:cNvSpPr/>
          <p:nvPr/>
        </p:nvSpPr>
        <p:spPr>
          <a:xfrm>
            <a:off x="10135779" y="2843704"/>
            <a:ext cx="0" cy="7172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B83903"/>
            </a:solidFill>
            <a:custDash>
              <a:ds d="300.173%" sp="300.173%"/>
            </a:custDash>
            <a:miter/>
            <a:tailEnd type="oval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%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57A9-6721-2198-0660-CFBADA099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471" y="5730142"/>
            <a:ext cx="6105833" cy="6220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EMNIST dataset confront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B102427-9EF0-F6DE-9F8D-A56754958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389" y="2096532"/>
            <a:ext cx="4979221" cy="266493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61E5DDD-1B58-146B-703A-6AF8CE79DCDC}"/>
              </a:ext>
            </a:extLst>
          </p:cNvPr>
          <p:cNvSpPr txBox="1"/>
          <p:nvPr/>
        </p:nvSpPr>
        <p:spPr>
          <a:xfrm>
            <a:off x="1037989" y="4082553"/>
            <a:ext cx="2108332" cy="6789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Character from EMNIST dataset</a:t>
            </a:r>
          </a:p>
        </p:txBody>
      </p:sp>
      <p:cxnSp>
        <p:nvCxnSpPr>
          <p:cNvPr id="4" name="Connettore a gomito 26">
            <a:extLst>
              <a:ext uri="{FF2B5EF4-FFF2-40B4-BE49-F238E27FC236}">
                <a16:creationId xmlns:a16="http://schemas.microsoft.com/office/drawing/2014/main" id="{F4EEE557-5F81-7FA7-AC76-90FFFF133EA4}"/>
              </a:ext>
            </a:extLst>
          </p:cNvPr>
          <p:cNvCxnSpPr>
            <a:cxnSpLocks/>
            <a:endCxn id="3" idx="0"/>
          </p:cNvCxnSpPr>
          <p:nvPr/>
        </p:nvCxnSpPr>
        <p:spPr>
          <a:xfrm rot="10800000" flipV="1">
            <a:off x="2092156" y="3436177"/>
            <a:ext cx="2096389" cy="646376"/>
          </a:xfrm>
          <a:prstGeom prst="bentConnector2">
            <a:avLst/>
          </a:prstGeom>
          <a:noFill/>
          <a:ln w="38103" cap="rnd">
            <a:solidFill>
              <a:srgbClr val="8FAADC"/>
            </a:solidFill>
            <a:prstDash val="solid"/>
            <a:bevel/>
            <a:headEnd type="oval"/>
            <a:tailEnd type="oval"/>
          </a:ln>
        </p:spPr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7F9C7BB-595E-D226-A3CE-9EE48517830C}"/>
              </a:ext>
            </a:extLst>
          </p:cNvPr>
          <p:cNvSpPr txBox="1"/>
          <p:nvPr/>
        </p:nvSpPr>
        <p:spPr>
          <a:xfrm>
            <a:off x="9213511" y="2022695"/>
            <a:ext cx="2408219" cy="6789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Character drawn </a:t>
            </a:r>
            <a:r>
              <a:rPr lang="en-US" sz="2000" b="1" dirty="0">
                <a:solidFill>
                  <a:srgbClr val="FFFFFF"/>
                </a:solidFill>
                <a:latin typeface="Posterama"/>
              </a:rPr>
              <a:t>on the screen</a:t>
            </a:r>
            <a:endParaRPr lang="en-US" sz="2000" b="1" i="0" u="none" strike="noStrike" kern="1200" cap="none" spc="0" baseline="0%" dirty="0">
              <a:solidFill>
                <a:srgbClr val="FFFFFF"/>
              </a:solidFill>
              <a:uFillTx/>
              <a:latin typeface="Posterama"/>
            </a:endParaRPr>
          </a:p>
        </p:txBody>
      </p:sp>
      <p:cxnSp>
        <p:nvCxnSpPr>
          <p:cNvPr id="10" name="Connettore a gomito 26">
            <a:extLst>
              <a:ext uri="{FF2B5EF4-FFF2-40B4-BE49-F238E27FC236}">
                <a16:creationId xmlns:a16="http://schemas.microsoft.com/office/drawing/2014/main" id="{650BE228-8D8A-A740-6109-3B899BE20EAC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8003459" y="2701609"/>
            <a:ext cx="2414162" cy="734568"/>
          </a:xfrm>
          <a:prstGeom prst="bentConnector2">
            <a:avLst/>
          </a:prstGeom>
          <a:noFill/>
          <a:ln w="38103" cap="rnd">
            <a:solidFill>
              <a:srgbClr val="B83903"/>
            </a:solidFill>
            <a:prstDash val="solid"/>
            <a:bevel/>
            <a:headEnd type="oval"/>
            <a:tailEnd type="oval"/>
          </a:ln>
        </p:spPr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4FB8646-AB28-9919-0C2B-210408FB1F3F}"/>
              </a:ext>
            </a:extLst>
          </p:cNvPr>
          <p:cNvSpPr txBox="1"/>
          <p:nvPr/>
        </p:nvSpPr>
        <p:spPr>
          <a:xfrm>
            <a:off x="6784258" y="5083277"/>
            <a:ext cx="5093110" cy="12689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Data written in a 28x28 grayscale matrix (become 784 flattened array)</a:t>
            </a:r>
          </a:p>
          <a:p>
            <a:pPr marL="342900" marR="0" lvl="0" indent="-34290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The EMNIST character is slightly bigger than the other</a:t>
            </a:r>
            <a:endParaRPr lang="en-US" sz="2000" b="1" i="0" u="none" strike="noStrike" kern="1200" cap="none" spc="0" baseline="0%" dirty="0">
              <a:solidFill>
                <a:srgbClr val="FFFFFF"/>
              </a:solidFill>
              <a:uFillTx/>
              <a:latin typeface="Posterama"/>
            </a:endParaRPr>
          </a:p>
          <a:p>
            <a:pPr marL="342900" marR="0" lvl="0" indent="-34290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2000" b="1" i="0" u="none" strike="noStrike" kern="1200" cap="none" spc="0" baseline="0%" dirty="0">
              <a:solidFill>
                <a:srgbClr val="FFFFFF"/>
              </a:solidFill>
              <a:uFillTx/>
              <a:latin typeface="Postera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 name="Slid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64C9-DF0D-EB43-BC1C-6E2D22796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8867" y="39055"/>
            <a:ext cx="4441185" cy="2775853"/>
          </a:xfrm>
        </p:spPr>
        <p:txBody>
          <a:bodyPr/>
          <a:lstStyle/>
          <a:p>
            <a:pPr lvl="0"/>
            <a:r>
              <a:rPr lang="en-US" dirty="0"/>
              <a:t>Neural Network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4DAD92A-7070-ED74-018B-35877B449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15" y="959971"/>
            <a:ext cx="4867275" cy="3333750"/>
          </a:xfrm>
          <a:prstGeom prst="round2Diag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51FD8E2-FD09-3B0B-12DE-E5E5C826074D}"/>
              </a:ext>
            </a:extLst>
          </p:cNvPr>
          <p:cNvSpPr txBox="1"/>
          <p:nvPr/>
        </p:nvSpPr>
        <p:spPr>
          <a:xfrm>
            <a:off x="1950512" y="3086323"/>
            <a:ext cx="3406723" cy="12073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784 inputs:</a:t>
            </a:r>
          </a:p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Are the element of the letter matrix</a:t>
            </a:r>
          </a:p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1024 input layer neurons</a:t>
            </a:r>
          </a:p>
        </p:txBody>
      </p:sp>
      <p:cxnSp>
        <p:nvCxnSpPr>
          <p:cNvPr id="7" name="Connettore a gomito 26">
            <a:extLst>
              <a:ext uri="{FF2B5EF4-FFF2-40B4-BE49-F238E27FC236}">
                <a16:creationId xmlns:a16="http://schemas.microsoft.com/office/drawing/2014/main" id="{D9D7748E-C361-6158-B0BB-1E6B1A9DD99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0800000" flipV="1">
            <a:off x="3653875" y="2626845"/>
            <a:ext cx="2120041" cy="459477"/>
          </a:xfrm>
          <a:prstGeom prst="bentConnector2">
            <a:avLst/>
          </a:prstGeom>
          <a:noFill/>
          <a:ln w="38103" cap="rnd">
            <a:solidFill>
              <a:srgbClr val="B83903"/>
            </a:solidFill>
            <a:prstDash val="solid"/>
            <a:bevel/>
            <a:headEnd type="oval"/>
            <a:tailEnd type="oval"/>
          </a:ln>
        </p:spPr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3965D71-719E-B91A-92DA-4BACB059E0F9}"/>
              </a:ext>
            </a:extLst>
          </p:cNvPr>
          <p:cNvSpPr txBox="1"/>
          <p:nvPr/>
        </p:nvSpPr>
        <p:spPr>
          <a:xfrm>
            <a:off x="4070553" y="5007588"/>
            <a:ext cx="3406723" cy="12073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1024 inputs:</a:t>
            </a:r>
          </a:p>
          <a:p>
            <a:pPr marL="0" marR="0" lvl="0" indent="0" algn="r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Are the outputs of the input layer</a:t>
            </a:r>
          </a:p>
          <a:p>
            <a:pPr marL="0" marR="0" lvl="0" indent="0" algn="r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512 </a:t>
            </a:r>
            <a:r>
              <a:rPr lang="en-US" sz="2000" b="1" dirty="0">
                <a:solidFill>
                  <a:srgbClr val="FFFFFF"/>
                </a:solidFill>
                <a:latin typeface="Posterama"/>
              </a:rPr>
              <a:t>hidden layer</a:t>
            </a: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 neurons</a:t>
            </a:r>
          </a:p>
        </p:txBody>
      </p:sp>
      <p:cxnSp>
        <p:nvCxnSpPr>
          <p:cNvPr id="14" name="Connettore a gomito 26">
            <a:extLst>
              <a:ext uri="{FF2B5EF4-FFF2-40B4-BE49-F238E27FC236}">
                <a16:creationId xmlns:a16="http://schemas.microsoft.com/office/drawing/2014/main" id="{FB2DC287-B014-F8C5-7857-DFC5E340F4CF}"/>
              </a:ext>
            </a:extLst>
          </p:cNvPr>
          <p:cNvCxnSpPr>
            <a:cxnSpLocks/>
            <a:stCxn id="5" idx="1"/>
            <a:endCxn id="13" idx="0"/>
          </p:cNvCxnSpPr>
          <p:nvPr/>
        </p:nvCxnSpPr>
        <p:spPr>
          <a:xfrm rot="5400000">
            <a:off x="6633801" y="3433835"/>
            <a:ext cx="713867" cy="2433638"/>
          </a:xfrm>
          <a:prstGeom prst="bentConnector3">
            <a:avLst>
              <a:gd name="adj1" fmla="val 50000"/>
            </a:avLst>
          </a:prstGeom>
          <a:noFill/>
          <a:ln w="38103" cap="rnd">
            <a:solidFill>
              <a:srgbClr val="0000CD"/>
            </a:solidFill>
            <a:prstDash val="solid"/>
            <a:bevel/>
            <a:headEnd type="oval"/>
            <a:tailEnd type="oval"/>
          </a:ln>
        </p:spPr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9C9CC722-04A5-ADAA-1156-FD4BB1F497B2}"/>
              </a:ext>
            </a:extLst>
          </p:cNvPr>
          <p:cNvSpPr txBox="1"/>
          <p:nvPr/>
        </p:nvSpPr>
        <p:spPr>
          <a:xfrm>
            <a:off x="8450980" y="5007588"/>
            <a:ext cx="3406723" cy="12073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512 inputs:</a:t>
            </a:r>
          </a:p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Are the outputs of the hidden layer</a:t>
            </a:r>
          </a:p>
          <a:p>
            <a:pPr marL="0" marR="0" lvl="0" indent="0" defTabSz="914400" rtl="0" fontAlgn="auto" hangingPunct="1">
              <a:lnSpc>
                <a:spcPct val="9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FFFFFF"/>
                </a:solidFill>
                <a:latin typeface="Posterama"/>
              </a:rPr>
              <a:t>62</a:t>
            </a: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Posterama"/>
              </a:rPr>
              <a:t>output layer</a:t>
            </a:r>
            <a:r>
              <a:rPr lang="en-US" sz="2000" b="1" i="0" u="none" strike="noStrike" kern="1200" cap="none" spc="0" baseline="0%" dirty="0">
                <a:solidFill>
                  <a:srgbClr val="FFFFFF"/>
                </a:solidFill>
                <a:uFillTx/>
                <a:latin typeface="Posterama"/>
              </a:rPr>
              <a:t> neurons</a:t>
            </a:r>
          </a:p>
        </p:txBody>
      </p:sp>
      <p:cxnSp>
        <p:nvCxnSpPr>
          <p:cNvPr id="21" name="Connettore a gomito 26">
            <a:extLst>
              <a:ext uri="{FF2B5EF4-FFF2-40B4-BE49-F238E27FC236}">
                <a16:creationId xmlns:a16="http://schemas.microsoft.com/office/drawing/2014/main" id="{70893C46-226A-8631-1F3F-C13AB20B6CE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06651" y="4351603"/>
            <a:ext cx="1323163" cy="1"/>
          </a:xfrm>
          <a:prstGeom prst="bentConnector3">
            <a:avLst>
              <a:gd name="adj1" fmla="val 50000"/>
            </a:avLst>
          </a:prstGeom>
          <a:noFill/>
          <a:ln w="38103" cap="rnd">
            <a:solidFill>
              <a:srgbClr val="4B742F"/>
            </a:solidFill>
            <a:prstDash val="solid"/>
            <a:bevel/>
            <a:headEnd type="oval"/>
            <a:tailEnd type="oval"/>
          </a:ln>
        </p:spPr>
      </p:cxnSp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A010-7506-3C66-ADA9-CE375BBBEB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731520"/>
            <a:ext cx="7671816" cy="802312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Training graph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8022907-1471-B69C-9D3B-A6E758A22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36" y="1732930"/>
            <a:ext cx="9144018" cy="4572009"/>
          </a:xfrm>
          <a:prstGeom prst="roundRect">
            <a:avLst>
              <a:gd name="adj" fmla="val 4624"/>
            </a:avLst>
          </a:prstGeom>
          <a:effectLst>
            <a:softEdge rad="50800"/>
          </a:effectLst>
        </p:spPr>
      </p:pic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 name="Slid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3">
            <a:extLst>
              <a:ext uri="{FF2B5EF4-FFF2-40B4-BE49-F238E27FC236}">
                <a16:creationId xmlns:a16="http://schemas.microsoft.com/office/drawing/2014/main" id="{B1222D8A-DA05-C558-A0D8-C4E1F237D0C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Thank you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0D7F0539-1C56-21FB-6590-43CE29B62B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35040" y="3108960"/>
            <a:ext cx="5394960" cy="1879786"/>
          </a:xfrm>
        </p:spPr>
        <p:txBody>
          <a:bodyPr/>
          <a:lstStyle/>
          <a:p>
            <a:pPr marL="0" lvl="0" indent="0">
              <a:lnSpc>
                <a:spcPct val="100%"/>
              </a:lnSpc>
              <a:buNone/>
            </a:pPr>
            <a:r>
              <a:rPr lang="en-US" sz="1800" dirty="0"/>
              <a:t>Dario Aliberti</a:t>
            </a:r>
          </a:p>
          <a:p>
            <a:pPr marL="0" lvl="0" indent="0">
              <a:lnSpc>
                <a:spcPct val="100%"/>
              </a:lnSpc>
              <a:buNone/>
            </a:pPr>
            <a:r>
              <a:rPr lang="en-US" sz="1800" dirty="0"/>
              <a:t>Tommaso </a:t>
            </a:r>
            <a:r>
              <a:rPr lang="en-US" sz="1800" dirty="0" err="1"/>
              <a:t>Tonarini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Cust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purl.oclc.org/ooxml/drawingml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purl.oclc.org/ooxml/drawingml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emplate>%7b3BBDABE1-B852-41A9-9E50-9CB1914AFB07%7dTF63aebcec-8e39-4664-940a-dd6c2f00c54d020a9832_win32-3cdd3ee32610</Template>
  <TotalTime>199</TotalTime>
  <Words>204</Words>
  <Application>Microsoft Office PowerPoint</Application>
  <PresentationFormat>Widescreen</PresentationFormat>
  <Paragraphs>54</Paragraphs>
  <Slides>9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7" baseType="lpstr">
      <vt:lpstr>等线</vt:lpstr>
      <vt:lpstr>Abadi</vt:lpstr>
      <vt:lpstr>Aptos</vt:lpstr>
      <vt:lpstr>Arial</vt:lpstr>
      <vt:lpstr>Calibri</vt:lpstr>
      <vt:lpstr>Posterama</vt:lpstr>
      <vt:lpstr>Posterama Text SemiBold</vt:lpstr>
      <vt:lpstr>Custom</vt:lpstr>
      <vt:lpstr>Neural network character recognition system</vt:lpstr>
      <vt:lpstr>Hardware modules </vt:lpstr>
      <vt:lpstr>LT24 communication bus</vt:lpstr>
      <vt:lpstr>GUI implementation</vt:lpstr>
      <vt:lpstr>CPU hardware modules</vt:lpstr>
      <vt:lpstr>EMNIST dataset confront</vt:lpstr>
      <vt:lpstr>Neural Network</vt:lpstr>
      <vt:lpstr>Training graph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Dario Aliberti</dc:creator>
  <cp:lastModifiedBy>Dario Aliberti</cp:lastModifiedBy>
  <cp:revision>34</cp:revision>
  <dcterms:created xsi:type="dcterms:W3CDTF">2026-05-27T10:49:49Z</dcterms:created>
  <dcterms:modified xsi:type="dcterms:W3CDTF">2026-05-28T13:01:03Z</dcterms:modified>
</cp:coreProperties>
</file>

<file path=docProps/custom.xml><?xml version="1.0" encoding="utf-8"?>
<Properties xmlns="http://purl.oclc.org/ooxml/officeDocument/customProperties" xmlns:vt="http://purl.oclc.org/ooxml/officeDocument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